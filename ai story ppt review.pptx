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1" r:id="rId1"/>
  </p:sldMasterIdLst>
  <p:sldIdLst>
    <p:sldId id="256" r:id="rId2"/>
    <p:sldId id="257" r:id="rId3"/>
    <p:sldId id="272" r:id="rId4"/>
    <p:sldId id="258" r:id="rId5"/>
    <p:sldId id="259" r:id="rId6"/>
    <p:sldId id="260" r:id="rId7"/>
    <p:sldId id="261" r:id="rId8"/>
    <p:sldId id="262" r:id="rId9"/>
    <p:sldId id="273" r:id="rId10"/>
    <p:sldId id="263" r:id="rId11"/>
    <p:sldId id="275" r:id="rId12"/>
    <p:sldId id="264" r:id="rId13"/>
    <p:sldId id="265" r:id="rId14"/>
    <p:sldId id="266" r:id="rId15"/>
    <p:sldId id="274" r:id="rId16"/>
    <p:sldId id="267" r:id="rId17"/>
    <p:sldId id="270" r:id="rId18"/>
    <p:sldId id="271"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53" autoAdjust="0"/>
    <p:restoredTop sz="88785" autoAdjust="0"/>
  </p:normalViewPr>
  <p:slideViewPr>
    <p:cSldViewPr snapToGrid="0" snapToObjects="1">
      <p:cViewPr varScale="1">
        <p:scale>
          <a:sx n="63" d="100"/>
          <a:sy n="63" d="100"/>
        </p:scale>
        <p:origin x="1500" y="78"/>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1426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anth vanapalli" userId="6b5573c255661e9f" providerId="LiveId" clId="{A65E367D-4FC8-43B3-BADB-D96A4E46C84C}"/>
    <pc:docChg chg="undo custSel addSld delSld modSld">
      <pc:chgData name="Prasanth vanapalli" userId="6b5573c255661e9f" providerId="LiveId" clId="{A65E367D-4FC8-43B3-BADB-D96A4E46C84C}" dt="2025-06-05T16:04:55.765" v="561" actId="20577"/>
      <pc:docMkLst>
        <pc:docMk/>
      </pc:docMkLst>
      <pc:sldChg chg="addSp modSp mod">
        <pc:chgData name="Prasanth vanapalli" userId="6b5573c255661e9f" providerId="LiveId" clId="{A65E367D-4FC8-43B3-BADB-D96A4E46C84C}" dt="2025-06-05T15:46:55.030" v="490" actId="20577"/>
        <pc:sldMkLst>
          <pc:docMk/>
          <pc:sldMk cId="0" sldId="256"/>
        </pc:sldMkLst>
      </pc:sldChg>
      <pc:sldChg chg="modSp mod">
        <pc:chgData name="Prasanth vanapalli" userId="6b5573c255661e9f" providerId="LiveId" clId="{A65E367D-4FC8-43B3-BADB-D96A4E46C84C}" dt="2025-06-05T15:45:55.545" v="480" actId="120"/>
        <pc:sldMkLst>
          <pc:docMk/>
          <pc:sldMk cId="0" sldId="257"/>
        </pc:sldMkLst>
      </pc:sldChg>
      <pc:sldChg chg="addSp delSp modSp mod">
        <pc:chgData name="Prasanth vanapalli" userId="6b5573c255661e9f" providerId="LiveId" clId="{A65E367D-4FC8-43B3-BADB-D96A4E46C84C}" dt="2025-06-05T16:04:55.765" v="561" actId="20577"/>
        <pc:sldMkLst>
          <pc:docMk/>
          <pc:sldMk cId="0" sldId="258"/>
        </pc:sldMkLst>
      </pc:sldChg>
      <pc:sldChg chg="modSp">
        <pc:chgData name="Prasanth vanapalli" userId="6b5573c255661e9f" providerId="LiveId" clId="{A65E367D-4FC8-43B3-BADB-D96A4E46C84C}" dt="2025-06-05T15:01:12.106" v="120"/>
        <pc:sldMkLst>
          <pc:docMk/>
          <pc:sldMk cId="0" sldId="259"/>
        </pc:sldMkLst>
      </pc:sldChg>
      <pc:sldChg chg="modSp">
        <pc:chgData name="Prasanth vanapalli" userId="6b5573c255661e9f" providerId="LiveId" clId="{A65E367D-4FC8-43B3-BADB-D96A4E46C84C}" dt="2025-06-05T15:01:12.106" v="120"/>
        <pc:sldMkLst>
          <pc:docMk/>
          <pc:sldMk cId="0" sldId="260"/>
        </pc:sldMkLst>
      </pc:sldChg>
      <pc:sldChg chg="addSp delSp modSp mod">
        <pc:chgData name="Prasanth vanapalli" userId="6b5573c255661e9f" providerId="LiveId" clId="{A65E367D-4FC8-43B3-BADB-D96A4E46C84C}" dt="2025-06-05T15:44:00.824" v="479" actId="1036"/>
        <pc:sldMkLst>
          <pc:docMk/>
          <pc:sldMk cId="0" sldId="261"/>
        </pc:sldMkLst>
      </pc:sldChg>
      <pc:sldChg chg="addSp delSp modSp mod">
        <pc:chgData name="Prasanth vanapalli" userId="6b5573c255661e9f" providerId="LiveId" clId="{A65E367D-4FC8-43B3-BADB-D96A4E46C84C}" dt="2025-06-05T15:30:05.920" v="387" actId="1036"/>
        <pc:sldMkLst>
          <pc:docMk/>
          <pc:sldMk cId="0" sldId="262"/>
        </pc:sldMkLst>
      </pc:sldChg>
      <pc:sldChg chg="modSp">
        <pc:chgData name="Prasanth vanapalli" userId="6b5573c255661e9f" providerId="LiveId" clId="{A65E367D-4FC8-43B3-BADB-D96A4E46C84C}" dt="2025-06-05T15:01:12.106" v="120"/>
        <pc:sldMkLst>
          <pc:docMk/>
          <pc:sldMk cId="0" sldId="263"/>
        </pc:sldMkLst>
      </pc:sldChg>
      <pc:sldChg chg="modSp mod">
        <pc:chgData name="Prasanth vanapalli" userId="6b5573c255661e9f" providerId="LiveId" clId="{A65E367D-4FC8-43B3-BADB-D96A4E46C84C}" dt="2025-06-05T15:31:55.162" v="410" actId="120"/>
        <pc:sldMkLst>
          <pc:docMk/>
          <pc:sldMk cId="0" sldId="265"/>
        </pc:sldMkLst>
      </pc:sldChg>
      <pc:sldChg chg="setBg">
        <pc:chgData name="Prasanth vanapalli" userId="6b5573c255661e9f" providerId="LiveId" clId="{A65E367D-4FC8-43B3-BADB-D96A4E46C84C}" dt="2025-06-05T15:49:19.005" v="493"/>
        <pc:sldMkLst>
          <pc:docMk/>
          <pc:sldMk cId="0" sldId="268"/>
        </pc:sldMkLst>
      </pc:sldChg>
      <pc:sldChg chg="modSp mod">
        <pc:chgData name="Prasanth vanapalli" userId="6b5573c255661e9f" providerId="LiveId" clId="{A65E367D-4FC8-43B3-BADB-D96A4E46C84C}" dt="2025-06-05T14:57:50.279" v="76" actId="27636"/>
        <pc:sldMkLst>
          <pc:docMk/>
          <pc:sldMk cId="1606427559" sldId="270"/>
        </pc:sldMkLst>
      </pc:sldChg>
      <pc:sldChg chg="modSp mod">
        <pc:chgData name="Prasanth vanapalli" userId="6b5573c255661e9f" providerId="LiveId" clId="{A65E367D-4FC8-43B3-BADB-D96A4E46C84C}" dt="2025-06-05T15:32:20.501" v="419" actId="1036"/>
        <pc:sldMkLst>
          <pc:docMk/>
          <pc:sldMk cId="654899936" sldId="271"/>
        </pc:sldMkLst>
      </pc:sldChg>
      <pc:sldChg chg="modSp add del mod">
        <pc:chgData name="Prasanth vanapalli" userId="6b5573c255661e9f" providerId="LiveId" clId="{A65E367D-4FC8-43B3-BADB-D96A4E46C84C}" dt="2025-06-05T15:02:14.961" v="130"/>
        <pc:sldMkLst>
          <pc:docMk/>
          <pc:sldMk cId="298596536" sldId="272"/>
        </pc:sldMkLst>
      </pc:sldChg>
      <pc:sldChg chg="addSp delSp modSp new mod">
        <pc:chgData name="Prasanth vanapalli" userId="6b5573c255661e9f" providerId="LiveId" clId="{A65E367D-4FC8-43B3-BADB-D96A4E46C84C}" dt="2025-06-05T15:22:21.160" v="288" actId="1037"/>
        <pc:sldMkLst>
          <pc:docMk/>
          <pc:sldMk cId="3476815172" sldId="272"/>
        </pc:sldMkLst>
      </pc:sldChg>
      <pc:sldChg chg="addSp delSp modSp new mod">
        <pc:chgData name="Prasanth vanapalli" userId="6b5573c255661e9f" providerId="LiveId" clId="{A65E367D-4FC8-43B3-BADB-D96A4E46C84C}" dt="2025-06-05T15:31:23.251" v="409" actId="1076"/>
        <pc:sldMkLst>
          <pc:docMk/>
          <pc:sldMk cId="3930672041" sldId="273"/>
        </pc:sldMkLst>
      </pc:sldChg>
    </pc:docChg>
  </pc:docChgLst>
  <pc:docChgLst>
    <pc:chgData name="Prasanth vanapalli" userId="6b5573c255661e9f" providerId="LiveId" clId="{E927FF9C-9A34-415B-9DCE-2E1350E3A887}"/>
    <pc:docChg chg="undo custSel modSld">
      <pc:chgData name="Prasanth vanapalli" userId="6b5573c255661e9f" providerId="LiveId" clId="{E927FF9C-9A34-415B-9DCE-2E1350E3A887}" dt="2025-08-11T14:46:51.009" v="280" actId="122"/>
      <pc:docMkLst>
        <pc:docMk/>
      </pc:docMkLst>
      <pc:sldChg chg="addSp delSp modSp mod">
        <pc:chgData name="Prasanth vanapalli" userId="6b5573c255661e9f" providerId="LiveId" clId="{E927FF9C-9A34-415B-9DCE-2E1350E3A887}" dt="2025-08-11T14:36:09.518" v="134" actId="20577"/>
        <pc:sldMkLst>
          <pc:docMk/>
          <pc:sldMk cId="0" sldId="256"/>
        </pc:sldMkLst>
        <pc:spChg chg="mod">
          <ac:chgData name="Prasanth vanapalli" userId="6b5573c255661e9f" providerId="LiveId" clId="{E927FF9C-9A34-415B-9DCE-2E1350E3A887}" dt="2025-08-09T06:40:26.839" v="47" actId="1076"/>
          <ac:spMkLst>
            <pc:docMk/>
            <pc:sldMk cId="0" sldId="256"/>
            <ac:spMk id="2" creationId="{00000000-0000-0000-0000-000000000000}"/>
          </ac:spMkLst>
        </pc:spChg>
        <pc:spChg chg="mod">
          <ac:chgData name="Prasanth vanapalli" userId="6b5573c255661e9f" providerId="LiveId" clId="{E927FF9C-9A34-415B-9DCE-2E1350E3A887}" dt="2025-08-11T14:36:09.518" v="134" actId="20577"/>
          <ac:spMkLst>
            <pc:docMk/>
            <pc:sldMk cId="0" sldId="256"/>
            <ac:spMk id="7" creationId="{B27A0B04-C5AB-2DD1-FFAC-980FF9A17D2B}"/>
          </ac:spMkLst>
        </pc:spChg>
        <pc:picChg chg="add mod modCrop">
          <ac:chgData name="Prasanth vanapalli" userId="6b5573c255661e9f" providerId="LiveId" clId="{E927FF9C-9A34-415B-9DCE-2E1350E3A887}" dt="2025-08-09T06:47:25.440" v="109"/>
          <ac:picMkLst>
            <pc:docMk/>
            <pc:sldMk cId="0" sldId="256"/>
            <ac:picMk id="8" creationId="{089AABFF-C9D1-7123-24CC-9A866880F8A7}"/>
          </ac:picMkLst>
        </pc:picChg>
      </pc:sldChg>
      <pc:sldChg chg="modSp mod">
        <pc:chgData name="Prasanth vanapalli" userId="6b5573c255661e9f" providerId="LiveId" clId="{E927FF9C-9A34-415B-9DCE-2E1350E3A887}" dt="2025-08-11T14:36:25.593" v="156" actId="20577"/>
        <pc:sldMkLst>
          <pc:docMk/>
          <pc:sldMk cId="0" sldId="257"/>
        </pc:sldMkLst>
        <pc:spChg chg="mod">
          <ac:chgData name="Prasanth vanapalli" userId="6b5573c255661e9f" providerId="LiveId" clId="{E927FF9C-9A34-415B-9DCE-2E1350E3A887}" dt="2025-08-11T14:36:25.593" v="156" actId="20577"/>
          <ac:spMkLst>
            <pc:docMk/>
            <pc:sldMk cId="0" sldId="257"/>
            <ac:spMk id="3" creationId="{00000000-0000-0000-0000-000000000000}"/>
          </ac:spMkLst>
        </pc:spChg>
      </pc:sldChg>
      <pc:sldChg chg="modSp mod">
        <pc:chgData name="Prasanth vanapalli" userId="6b5573c255661e9f" providerId="LiveId" clId="{E927FF9C-9A34-415B-9DCE-2E1350E3A887}" dt="2025-08-09T06:48:16.303" v="124" actId="2710"/>
        <pc:sldMkLst>
          <pc:docMk/>
          <pc:sldMk cId="0" sldId="258"/>
        </pc:sldMkLst>
        <pc:spChg chg="mod">
          <ac:chgData name="Prasanth vanapalli" userId="6b5573c255661e9f" providerId="LiveId" clId="{E927FF9C-9A34-415B-9DCE-2E1350E3A887}" dt="2025-08-09T06:48:16.303" v="124" actId="2710"/>
          <ac:spMkLst>
            <pc:docMk/>
            <pc:sldMk cId="0" sldId="258"/>
            <ac:spMk id="3" creationId="{00000000-0000-0000-0000-000000000000}"/>
          </ac:spMkLst>
        </pc:spChg>
      </pc:sldChg>
      <pc:sldChg chg="modSp mod">
        <pc:chgData name="Prasanth vanapalli" userId="6b5573c255661e9f" providerId="LiveId" clId="{E927FF9C-9A34-415B-9DCE-2E1350E3A887}" dt="2025-08-09T06:48:27.465" v="125" actId="2710"/>
        <pc:sldMkLst>
          <pc:docMk/>
          <pc:sldMk cId="0" sldId="259"/>
        </pc:sldMkLst>
        <pc:spChg chg="mod">
          <ac:chgData name="Prasanth vanapalli" userId="6b5573c255661e9f" providerId="LiveId" clId="{E927FF9C-9A34-415B-9DCE-2E1350E3A887}" dt="2025-08-09T06:48:27.465" v="125" actId="2710"/>
          <ac:spMkLst>
            <pc:docMk/>
            <pc:sldMk cId="0" sldId="259"/>
            <ac:spMk id="3" creationId="{00000000-0000-0000-0000-000000000000}"/>
          </ac:spMkLst>
        </pc:spChg>
      </pc:sldChg>
      <pc:sldChg chg="modSp mod">
        <pc:chgData name="Prasanth vanapalli" userId="6b5573c255661e9f" providerId="LiveId" clId="{E927FF9C-9A34-415B-9DCE-2E1350E3A887}" dt="2025-08-11T14:38:41.784" v="159" actId="1036"/>
        <pc:sldMkLst>
          <pc:docMk/>
          <pc:sldMk cId="0" sldId="265"/>
        </pc:sldMkLst>
        <pc:spChg chg="mod">
          <ac:chgData name="Prasanth vanapalli" userId="6b5573c255661e9f" providerId="LiveId" clId="{E927FF9C-9A34-415B-9DCE-2E1350E3A887}" dt="2025-08-11T14:38:13.135" v="157" actId="20577"/>
          <ac:spMkLst>
            <pc:docMk/>
            <pc:sldMk cId="0" sldId="265"/>
            <ac:spMk id="10" creationId="{95A6E057-5B0C-20BE-EDD7-CC7B8FDAE368}"/>
          </ac:spMkLst>
        </pc:spChg>
        <pc:picChg chg="mod">
          <ac:chgData name="Prasanth vanapalli" userId="6b5573c255661e9f" providerId="LiveId" clId="{E927FF9C-9A34-415B-9DCE-2E1350E3A887}" dt="2025-08-11T14:38:41.784" v="159" actId="1036"/>
          <ac:picMkLst>
            <pc:docMk/>
            <pc:sldMk cId="0" sldId="265"/>
            <ac:picMk id="4" creationId="{00000000-0000-0000-0000-000000000000}"/>
          </ac:picMkLst>
        </pc:picChg>
      </pc:sldChg>
      <pc:sldChg chg="addSp delSp modSp mod">
        <pc:chgData name="Prasanth vanapalli" userId="6b5573c255661e9f" providerId="LiveId" clId="{E927FF9C-9A34-415B-9DCE-2E1350E3A887}" dt="2025-08-11T14:40:59.451" v="175" actId="1076"/>
        <pc:sldMkLst>
          <pc:docMk/>
          <pc:sldMk cId="0" sldId="267"/>
        </pc:sldMkLst>
        <pc:picChg chg="add mod modCrop">
          <ac:chgData name="Prasanth vanapalli" userId="6b5573c255661e9f" providerId="LiveId" clId="{E927FF9C-9A34-415B-9DCE-2E1350E3A887}" dt="2025-08-11T14:40:59.451" v="175" actId="1076"/>
          <ac:picMkLst>
            <pc:docMk/>
            <pc:sldMk cId="0" sldId="267"/>
            <ac:picMk id="5" creationId="{6F2E8776-FFEF-C1C9-C672-3229F50677B5}"/>
          </ac:picMkLst>
        </pc:picChg>
        <pc:picChg chg="del">
          <ac:chgData name="Prasanth vanapalli" userId="6b5573c255661e9f" providerId="LiveId" clId="{E927FF9C-9A34-415B-9DCE-2E1350E3A887}" dt="2025-08-11T14:39:58.408" v="162" actId="478"/>
          <ac:picMkLst>
            <pc:docMk/>
            <pc:sldMk cId="0" sldId="267"/>
            <ac:picMk id="9" creationId="{A9C17847-A9D5-0D43-0C3F-F7BF17633670}"/>
          </ac:picMkLst>
        </pc:picChg>
      </pc:sldChg>
      <pc:sldChg chg="modSp mod">
        <pc:chgData name="Prasanth vanapalli" userId="6b5573c255661e9f" providerId="LiveId" clId="{E927FF9C-9A34-415B-9DCE-2E1350E3A887}" dt="2025-08-09T06:49:01.586" v="128" actId="1076"/>
        <pc:sldMkLst>
          <pc:docMk/>
          <pc:sldMk cId="0" sldId="268"/>
        </pc:sldMkLst>
        <pc:spChg chg="mod">
          <ac:chgData name="Prasanth vanapalli" userId="6b5573c255661e9f" providerId="LiveId" clId="{E927FF9C-9A34-415B-9DCE-2E1350E3A887}" dt="2025-08-09T06:49:01.586" v="128" actId="1076"/>
          <ac:spMkLst>
            <pc:docMk/>
            <pc:sldMk cId="0" sldId="268"/>
            <ac:spMk id="2" creationId="{00000000-0000-0000-0000-000000000000}"/>
          </ac:spMkLst>
        </pc:spChg>
        <pc:spChg chg="mod">
          <ac:chgData name="Prasanth vanapalli" userId="6b5573c255661e9f" providerId="LiveId" clId="{E927FF9C-9A34-415B-9DCE-2E1350E3A887}" dt="2025-08-09T06:48:56.861" v="127" actId="1076"/>
          <ac:spMkLst>
            <pc:docMk/>
            <pc:sldMk cId="0" sldId="268"/>
            <ac:spMk id="5" creationId="{04B5B7DE-A8BD-579F-558C-0266455BDF93}"/>
          </ac:spMkLst>
        </pc:spChg>
      </pc:sldChg>
      <pc:sldChg chg="addSp delSp modSp mod">
        <pc:chgData name="Prasanth vanapalli" userId="6b5573c255661e9f" providerId="LiveId" clId="{E927FF9C-9A34-415B-9DCE-2E1350E3A887}" dt="2025-08-11T14:43:57.255" v="223" actId="115"/>
        <pc:sldMkLst>
          <pc:docMk/>
          <pc:sldMk cId="1606427559" sldId="270"/>
        </pc:sldMkLst>
        <pc:spChg chg="mod">
          <ac:chgData name="Prasanth vanapalli" userId="6b5573c255661e9f" providerId="LiveId" clId="{E927FF9C-9A34-415B-9DCE-2E1350E3A887}" dt="2025-08-11T14:43:49.130" v="222" actId="122"/>
          <ac:spMkLst>
            <pc:docMk/>
            <pc:sldMk cId="1606427559" sldId="270"/>
            <ac:spMk id="2" creationId="{5B11FE2B-ECA0-8D20-69D2-64BA91DCA2F5}"/>
          </ac:spMkLst>
        </pc:spChg>
        <pc:spChg chg="add mod">
          <ac:chgData name="Prasanth vanapalli" userId="6b5573c255661e9f" providerId="LiveId" clId="{E927FF9C-9A34-415B-9DCE-2E1350E3A887}" dt="2025-08-11T14:43:57.255" v="223" actId="115"/>
          <ac:spMkLst>
            <pc:docMk/>
            <pc:sldMk cId="1606427559" sldId="270"/>
            <ac:spMk id="6" creationId="{DB804234-C3D6-33D0-D7AF-3C6C7B79B2E0}"/>
          </ac:spMkLst>
        </pc:spChg>
        <pc:picChg chg="del">
          <ac:chgData name="Prasanth vanapalli" userId="6b5573c255661e9f" providerId="LiveId" clId="{E927FF9C-9A34-415B-9DCE-2E1350E3A887}" dt="2025-08-11T14:41:36.695" v="178" actId="478"/>
          <ac:picMkLst>
            <pc:docMk/>
            <pc:sldMk cId="1606427559" sldId="270"/>
            <ac:picMk id="4" creationId="{DB2B015E-E58C-378D-0147-61A3661C371C}"/>
          </ac:picMkLst>
        </pc:picChg>
        <pc:picChg chg="add mod modCrop">
          <ac:chgData name="Prasanth vanapalli" userId="6b5573c255661e9f" providerId="LiveId" clId="{E927FF9C-9A34-415B-9DCE-2E1350E3A887}" dt="2025-08-11T14:42:22.030" v="186" actId="1076"/>
          <ac:picMkLst>
            <pc:docMk/>
            <pc:sldMk cId="1606427559" sldId="270"/>
            <ac:picMk id="5" creationId="{3CD618DD-5998-CE22-255E-6ADECFF2B02C}"/>
          </ac:picMkLst>
        </pc:picChg>
      </pc:sldChg>
      <pc:sldChg chg="addSp delSp modSp mod">
        <pc:chgData name="Prasanth vanapalli" userId="6b5573c255661e9f" providerId="LiveId" clId="{E927FF9C-9A34-415B-9DCE-2E1350E3A887}" dt="2025-08-11T14:46:51.009" v="280" actId="122"/>
        <pc:sldMkLst>
          <pc:docMk/>
          <pc:sldMk cId="654899936" sldId="271"/>
        </pc:sldMkLst>
        <pc:spChg chg="mod">
          <ac:chgData name="Prasanth vanapalli" userId="6b5573c255661e9f" providerId="LiveId" clId="{E927FF9C-9A34-415B-9DCE-2E1350E3A887}" dt="2025-08-11T14:46:51.009" v="280" actId="122"/>
          <ac:spMkLst>
            <pc:docMk/>
            <pc:sldMk cId="654899936" sldId="271"/>
            <ac:spMk id="2" creationId="{07C4DE39-9164-6252-9448-42C3D14DFF64}"/>
          </ac:spMkLst>
        </pc:spChg>
        <pc:spChg chg="add mod">
          <ac:chgData name="Prasanth vanapalli" userId="6b5573c255661e9f" providerId="LiveId" clId="{E927FF9C-9A34-415B-9DCE-2E1350E3A887}" dt="2025-08-11T14:46:29.891" v="278" actId="115"/>
          <ac:spMkLst>
            <pc:docMk/>
            <pc:sldMk cId="654899936" sldId="271"/>
            <ac:spMk id="6" creationId="{486C9BA8-78F0-AB2E-6A35-D9FB8C0E0053}"/>
          </ac:spMkLst>
        </pc:spChg>
        <pc:picChg chg="del">
          <ac:chgData name="Prasanth vanapalli" userId="6b5573c255661e9f" providerId="LiveId" clId="{E927FF9C-9A34-415B-9DCE-2E1350E3A887}" dt="2025-08-11T14:44:47.036" v="226" actId="478"/>
          <ac:picMkLst>
            <pc:docMk/>
            <pc:sldMk cId="654899936" sldId="271"/>
            <ac:picMk id="4" creationId="{CE3E8AEE-F8B9-B55E-D080-1AE7C1B76EED}"/>
          </ac:picMkLst>
        </pc:picChg>
        <pc:picChg chg="add mod modCrop">
          <ac:chgData name="Prasanth vanapalli" userId="6b5573c255661e9f" providerId="LiveId" clId="{E927FF9C-9A34-415B-9DCE-2E1350E3A887}" dt="2025-08-11T14:45:39.609" v="232" actId="1076"/>
          <ac:picMkLst>
            <pc:docMk/>
            <pc:sldMk cId="654899936" sldId="271"/>
            <ac:picMk id="5" creationId="{F0766FF9-70FE-66D0-FB28-848E2438F882}"/>
          </ac:picMkLst>
        </pc:picChg>
      </pc:sldChg>
      <pc:sldChg chg="modSp mod">
        <pc:chgData name="Prasanth vanapalli" userId="6b5573c255661e9f" providerId="LiveId" clId="{E927FF9C-9A34-415B-9DCE-2E1350E3A887}" dt="2025-08-09T06:48:02.875" v="123" actId="1036"/>
        <pc:sldMkLst>
          <pc:docMk/>
          <pc:sldMk cId="3476815172" sldId="272"/>
        </pc:sldMkLst>
        <pc:spChg chg="mod">
          <ac:chgData name="Prasanth vanapalli" userId="6b5573c255661e9f" providerId="LiveId" clId="{E927FF9C-9A34-415B-9DCE-2E1350E3A887}" dt="2025-08-09T06:48:02.875" v="123" actId="1036"/>
          <ac:spMkLst>
            <pc:docMk/>
            <pc:sldMk cId="3476815172" sldId="272"/>
            <ac:spMk id="4" creationId="{E1162CB1-E57A-4408-ED56-A4A8A6DB359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fld id="{5BCAD085-E8A6-8845-BD4E-CB4CCA059FC4}" type="datetimeFigureOut">
              <a:rPr lang="en-US" smtClean="0"/>
              <a:t>8/11/2025</a:t>
            </a:fld>
            <a:endParaRPr lang="en-US"/>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endParaRPr lang="en-US"/>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3075231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1591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4255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8397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8499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120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5839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2726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3248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6567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5618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BCAD085-E8A6-8845-BD4E-CB4CCA059FC4}" type="datetimeFigureOut">
              <a:rPr lang="en-US" smtClean="0"/>
              <a:t>8/11/2025</a:t>
            </a:fld>
            <a:endParaRPr lang="en-US"/>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0217103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Lst>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15293" y="2738320"/>
            <a:ext cx="5714228" cy="956731"/>
          </a:xfrm>
        </p:spPr>
        <p:txBody>
          <a:bodyPr>
            <a:normAutofit fontScale="90000"/>
          </a:bodyPr>
          <a:lstStyle/>
          <a:p>
            <a:r>
              <a:rPr sz="4000" u="sng" dirty="0">
                <a:latin typeface="Times New Roman" panose="02020603050405020304" pitchFamily="18" charset="0"/>
                <a:cs typeface="Times New Roman" panose="02020603050405020304" pitchFamily="18" charset="0"/>
              </a:rPr>
              <a:t>AI Story Generator</a:t>
            </a:r>
            <a:r>
              <a:rPr lang="en-US" sz="4000" u="sng" dirty="0">
                <a:latin typeface="Times New Roman" panose="02020603050405020304" pitchFamily="18" charset="0"/>
                <a:cs typeface="Times New Roman" panose="02020603050405020304" pitchFamily="18" charset="0"/>
              </a:rPr>
              <a:t> Using GPT-2 And Deep </a:t>
            </a:r>
            <a:r>
              <a:rPr lang="en-US" sz="4000" u="sng" dirty="0" err="1">
                <a:latin typeface="Times New Roman" panose="02020603050405020304" pitchFamily="18" charset="0"/>
                <a:cs typeface="Times New Roman" panose="02020603050405020304" pitchFamily="18" charset="0"/>
              </a:rPr>
              <a:t>learining</a:t>
            </a:r>
            <a:br>
              <a:rPr lang="en-US" sz="4000" u="sng"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Semi OFFLINE, Genre-Based, Text-to-Speech Enabled Story Creation</a:t>
            </a:r>
            <a:br>
              <a:rPr lang="en-US" sz="1600" dirty="0">
                <a:latin typeface="Times New Roman" panose="02020603050405020304" pitchFamily="18" charset="0"/>
                <a:cs typeface="Times New Roman" panose="02020603050405020304" pitchFamily="18" charset="0"/>
              </a:rPr>
            </a:br>
            <a:endParaRPr sz="1600" u="sng"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929311" y="4114800"/>
            <a:ext cx="3071814" cy="1691640"/>
          </a:xfrm>
        </p:spPr>
        <p:txBody>
          <a:bodyPr>
            <a:normAutofit/>
          </a:bodyPr>
          <a:lstStyle/>
          <a:p>
            <a:r>
              <a:rPr dirty="0">
                <a:latin typeface="Times New Roman" panose="02020603050405020304" pitchFamily="18" charset="0"/>
                <a:cs typeface="Times New Roman" panose="02020603050405020304" pitchFamily="18" charset="0"/>
              </a:rPr>
              <a:t>Presented by </a:t>
            </a:r>
            <a:endParaRPr lang="en-US"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Vanapalli Prasanth Kumar</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Regd.No:323232960064</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3326460-312E-D44A-CE04-FB387FF924D5}"/>
              </a:ext>
            </a:extLst>
          </p:cNvPr>
          <p:cNvSpPr txBox="1"/>
          <p:nvPr/>
        </p:nvSpPr>
        <p:spPr>
          <a:xfrm>
            <a:off x="2143116" y="215274"/>
            <a:ext cx="7158038" cy="1938992"/>
          </a:xfrm>
          <a:prstGeom prst="rect">
            <a:avLst/>
          </a:prstGeom>
          <a:noFill/>
        </p:spPr>
        <p:txBody>
          <a:bodyPr wrap="square" rtlCol="0">
            <a:spAutoFit/>
          </a:bodyPr>
          <a:lstStyle/>
          <a:p>
            <a:r>
              <a:rPr lang="en-US" sz="4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SANKETIKA VIDYA PARISHAD ENGINEERING COLLEGE</a:t>
            </a:r>
            <a:endParaRPr lang="en-IN" sz="4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27A0B04-C5AB-2DD1-FFAC-980FF9A17D2B}"/>
              </a:ext>
            </a:extLst>
          </p:cNvPr>
          <p:cNvSpPr txBox="1"/>
          <p:nvPr/>
        </p:nvSpPr>
        <p:spPr>
          <a:xfrm>
            <a:off x="1157288" y="4221956"/>
            <a:ext cx="3071814"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Guided by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Ms. </a:t>
            </a:r>
            <a:r>
              <a:rPr lang="en-US" dirty="0" err="1">
                <a:latin typeface="Times New Roman" panose="02020603050405020304" pitchFamily="18" charset="0"/>
                <a:cs typeface="Times New Roman" panose="02020603050405020304" pitchFamily="18" charset="0"/>
              </a:rPr>
              <a:t>B.Kumari</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Asst Professor MCA</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89AABFF-C9D1-7123-24CC-9A866880F8A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000" b="94000" l="22667" r="77667">
                        <a14:foregroundMark x1="37667" y1="26333" x2="37667" y2="26333"/>
                        <a14:foregroundMark x1="48667" y1="22667" x2="48667" y2="22667"/>
                        <a14:foregroundMark x1="56333" y1="23667" x2="56333" y2="23667"/>
                        <a14:foregroundMark x1="52000" y1="22000" x2="52000" y2="22000"/>
                        <a14:foregroundMark x1="76333" y1="49667" x2="76333" y2="49667"/>
                        <a14:foregroundMark x1="75667" y1="52333" x2="75667" y2="52333"/>
                        <a14:foregroundMark x1="72667" y1="60667" x2="72667" y2="60667"/>
                        <a14:foregroundMark x1="77000" y1="54000" x2="77000" y2="54000"/>
                        <a14:foregroundMark x1="77667" y1="53333" x2="77667" y2="53333"/>
                        <a14:foregroundMark x1="69667" y1="61000" x2="72667" y2="35667"/>
                        <a14:foregroundMark x1="72667" y1="35667" x2="50667" y2="24667"/>
                        <a14:foregroundMark x1="50667" y1="24667" x2="31000" y2="32667"/>
                        <a14:foregroundMark x1="31000" y1="32667" x2="30000" y2="73000"/>
                        <a14:foregroundMark x1="30000" y1="73000" x2="60333" y2="70000"/>
                        <a14:foregroundMark x1="60333" y1="70000" x2="74000" y2="58000"/>
                        <a14:foregroundMark x1="77667" y1="50667" x2="71000" y2="28333"/>
                        <a14:foregroundMark x1="69284" y1="28000" x2="48667" y2="24000"/>
                        <a14:foregroundMark x1="71000" y1="28333" x2="69284" y2="28000"/>
                        <a14:foregroundMark x1="48667" y1="24000" x2="30333" y2="30333"/>
                        <a14:foregroundMark x1="30333" y1="30333" x2="24333" y2="48333"/>
                        <a14:foregroundMark x1="24333" y1="48333" x2="30667" y2="67667"/>
                        <a14:foregroundMark x1="30667" y1="67667" x2="49333" y2="73667"/>
                        <a14:foregroundMark x1="61663" y1="72204" x2="69000" y2="71333"/>
                        <a14:foregroundMark x1="49333" y1="73667" x2="60089" y2="72390"/>
                        <a14:foregroundMark x1="57982" y1="73120" x2="49361" y2="74518"/>
                        <a14:foregroundMark x1="69000" y1="71333" x2="61891" y2="72486"/>
                        <a14:foregroundMark x1="62104" y1="72749" x2="62667" y2="72667"/>
                        <a14:foregroundMark x1="49649" y1="74560" x2="56844" y2="73514"/>
                        <a14:foregroundMark x1="62667" y1="72667" x2="62396" y2="73111"/>
                        <a14:foregroundMark x1="65079" y1="76431" x2="71000" y2="76000"/>
                        <a14:foregroundMark x1="25667" y1="37333" x2="26000" y2="56667"/>
                        <a14:foregroundMark x1="26000" y1="56667" x2="22667" y2="44667"/>
                        <a14:foregroundMark x1="35667" y1="76333" x2="36853" y2="76452"/>
                        <a14:backgroundMark x1="30000" y1="79333" x2="33275" y2="79853"/>
                        <a14:backgroundMark x1="39087" y1="83955" x2="38667" y2="84000"/>
                        <a14:backgroundMark x1="49000" y1="84840" x2="49000" y2="91667"/>
                        <a14:backgroundMark x1="51000" y1="92333" x2="49000" y2="93667"/>
                        <a14:backgroundMark x1="55455" y1="84953" x2="53000" y2="87000"/>
                        <a14:backgroundMark x1="51667" y1="91333" x2="50333" y2="92333"/>
                        <a14:backgroundMark x1="36000" y1="77667" x2="56333" y2="80667"/>
                        <a14:backgroundMark x1="56333" y1="80667" x2="41667" y2="79667"/>
                        <a14:backgroundMark x1="36667" y1="77000" x2="36667" y2="77000"/>
                        <a14:backgroundMark x1="35667" y1="76667" x2="35667" y2="76667"/>
                        <a14:backgroundMark x1="36333" y1="76667" x2="36333" y2="76667"/>
                        <a14:backgroundMark x1="36667" y1="76667" x2="36667" y2="76667"/>
                        <a14:backgroundMark x1="35667" y1="77333" x2="35667" y2="77333"/>
                        <a14:backgroundMark x1="35667" y1="76667" x2="35667" y2="76667"/>
                        <a14:backgroundMark x1="35667" y1="76333" x2="35667" y2="76333"/>
                        <a14:backgroundMark x1="60000" y1="80333" x2="60000" y2="80333"/>
                        <a14:backgroundMark x1="64000" y1="79000" x2="59667" y2="79667"/>
                        <a14:backgroundMark x1="64667" y1="77333" x2="64667" y2="77333"/>
                        <a14:backgroundMark x1="64667" y1="78667" x2="64667" y2="78667"/>
                        <a14:backgroundMark x1="64333" y1="78333" x2="64333" y2="78333"/>
                        <a14:backgroundMark x1="63000" y1="78333" x2="63000" y2="78333"/>
                        <a14:backgroundMark x1="65000" y1="76333" x2="56333" y2="79333"/>
                        <a14:backgroundMark x1="56667" y1="80333" x2="56667" y2="80333"/>
                        <a14:backgroundMark x1="58000" y1="80333" x2="56333" y2="80000"/>
                        <a14:backgroundMark x1="67667" y1="78333" x2="67667" y2="78333"/>
                        <a14:backgroundMark x1="71667" y1="28000" x2="71667" y2="28000"/>
                        <a14:backgroundMark x1="71000" y1="28000" x2="71000" y2="28000"/>
                      </a14:backgroundRemoval>
                    </a14:imgEffect>
                  </a14:imgLayer>
                </a14:imgProps>
              </a:ext>
            </a:extLst>
          </a:blip>
          <a:srcRect l="18500" t="16500" r="17000" b="14314"/>
          <a:stretch>
            <a:fillRect/>
          </a:stretch>
        </p:blipFill>
        <p:spPr>
          <a:xfrm>
            <a:off x="486535" y="231559"/>
            <a:ext cx="1656582" cy="17769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u="sng" dirty="0">
                <a:latin typeface="Times New Roman" panose="02020603050405020304" pitchFamily="18" charset="0"/>
                <a:cs typeface="Times New Roman" panose="02020603050405020304" pitchFamily="18" charset="0"/>
              </a:rPr>
              <a:t>Table of Contents</a:t>
            </a:r>
          </a:p>
        </p:txBody>
      </p:sp>
      <p:sp>
        <p:nvSpPr>
          <p:cNvPr id="3" name="Content Placeholder 2"/>
          <p:cNvSpPr>
            <a:spLocks noGrp="1"/>
          </p:cNvSpPr>
          <p:nvPr>
            <p:ph idx="1"/>
          </p:nvPr>
        </p:nvSpPr>
        <p:spPr/>
        <p:txBody>
          <a:bodyPr numCol="2">
            <a:normAutofit/>
          </a:bodyPr>
          <a:lstStyle/>
          <a:p>
            <a:r>
              <a:rPr lang="en-US" dirty="0">
                <a:latin typeface="Times New Roman" panose="02020603050405020304" pitchFamily="18" charset="0"/>
                <a:cs typeface="Times New Roman" panose="02020603050405020304" pitchFamily="18" charset="0"/>
              </a:rPr>
              <a:t>1. Introduction</a:t>
            </a:r>
          </a:p>
          <a:p>
            <a:r>
              <a:rPr lang="en-US" dirty="0">
                <a:latin typeface="Times New Roman" panose="02020603050405020304" pitchFamily="18" charset="0"/>
                <a:cs typeface="Times New Roman" panose="02020603050405020304" pitchFamily="18" charset="0"/>
              </a:rPr>
              <a:t>2</a:t>
            </a:r>
            <a:r>
              <a:rPr dirty="0">
                <a:latin typeface="Times New Roman" panose="02020603050405020304" pitchFamily="18" charset="0"/>
                <a:cs typeface="Times New Roman" panose="02020603050405020304" pitchFamily="18" charset="0"/>
              </a:rPr>
              <a:t>. Existing System</a:t>
            </a:r>
          </a:p>
          <a:p>
            <a:r>
              <a:rPr lang="en-US" dirty="0">
                <a:latin typeface="Times New Roman" panose="02020603050405020304" pitchFamily="18" charset="0"/>
                <a:cs typeface="Times New Roman" panose="02020603050405020304" pitchFamily="18" charset="0"/>
              </a:rPr>
              <a:t>3</a:t>
            </a:r>
            <a:r>
              <a:rPr dirty="0">
                <a:latin typeface="Times New Roman" panose="02020603050405020304" pitchFamily="18" charset="0"/>
                <a:cs typeface="Times New Roman" panose="02020603050405020304" pitchFamily="18" charset="0"/>
              </a:rPr>
              <a:t>. Drawbacks in Existing System</a:t>
            </a:r>
          </a:p>
          <a:p>
            <a:r>
              <a:rPr lang="en-US" dirty="0">
                <a:latin typeface="Times New Roman" panose="02020603050405020304" pitchFamily="18" charset="0"/>
                <a:cs typeface="Times New Roman" panose="02020603050405020304" pitchFamily="18" charset="0"/>
              </a:rPr>
              <a:t>4</a:t>
            </a:r>
            <a:r>
              <a:rPr dirty="0">
                <a:latin typeface="Times New Roman" panose="02020603050405020304" pitchFamily="18" charset="0"/>
                <a:cs typeface="Times New Roman" panose="02020603050405020304" pitchFamily="18" charset="0"/>
              </a:rPr>
              <a:t>. Proposed System</a:t>
            </a:r>
          </a:p>
          <a:p>
            <a:r>
              <a:rPr lang="en-US" dirty="0">
                <a:latin typeface="Times New Roman" panose="02020603050405020304" pitchFamily="18" charset="0"/>
                <a:cs typeface="Times New Roman" panose="02020603050405020304" pitchFamily="18" charset="0"/>
              </a:rPr>
              <a:t>5</a:t>
            </a:r>
            <a:r>
              <a:rPr dirty="0">
                <a:latin typeface="Times New Roman" panose="02020603050405020304" pitchFamily="18" charset="0"/>
                <a:cs typeface="Times New Roman" panose="02020603050405020304" pitchFamily="18" charset="0"/>
              </a:rPr>
              <a:t>. Abstract</a:t>
            </a:r>
          </a:p>
          <a:p>
            <a:r>
              <a:rPr lang="en-US" dirty="0">
                <a:latin typeface="Times New Roman" panose="02020603050405020304" pitchFamily="18" charset="0"/>
                <a:cs typeface="Times New Roman" panose="02020603050405020304" pitchFamily="18" charset="0"/>
              </a:rPr>
              <a:t>6</a:t>
            </a:r>
            <a:r>
              <a:rPr dirty="0">
                <a:latin typeface="Times New Roman" panose="02020603050405020304" pitchFamily="18" charset="0"/>
                <a:cs typeface="Times New Roman" panose="02020603050405020304" pitchFamily="18" charset="0"/>
              </a:rPr>
              <a:t>. Software &amp; Hardware Requirements</a:t>
            </a:r>
          </a:p>
          <a:p>
            <a:r>
              <a:rPr lang="en-US" dirty="0">
                <a:latin typeface="Times New Roman" panose="02020603050405020304" pitchFamily="18" charset="0"/>
                <a:cs typeface="Times New Roman" panose="02020603050405020304" pitchFamily="18" charset="0"/>
              </a:rPr>
              <a:t>7</a:t>
            </a:r>
            <a:r>
              <a:rPr dirty="0">
                <a:latin typeface="Times New Roman" panose="02020603050405020304" pitchFamily="18" charset="0"/>
                <a:cs typeface="Times New Roman" panose="02020603050405020304" pitchFamily="18" charset="0"/>
              </a:rPr>
              <a:t>. Brief Description</a:t>
            </a:r>
          </a:p>
          <a:p>
            <a:r>
              <a:rPr lang="en-US" dirty="0">
                <a:latin typeface="Times New Roman" panose="02020603050405020304" pitchFamily="18" charset="0"/>
                <a:cs typeface="Times New Roman" panose="02020603050405020304" pitchFamily="18" charset="0"/>
              </a:rPr>
              <a:t>8</a:t>
            </a:r>
            <a:r>
              <a:rPr dirty="0">
                <a:latin typeface="Times New Roman" panose="02020603050405020304" pitchFamily="18" charset="0"/>
                <a:cs typeface="Times New Roman" panose="02020603050405020304" pitchFamily="18" charset="0"/>
              </a:rPr>
              <a:t>. Activity Diagram</a:t>
            </a:r>
          </a:p>
          <a:p>
            <a:r>
              <a:rPr lang="en-US" dirty="0">
                <a:latin typeface="Times New Roman" panose="02020603050405020304" pitchFamily="18" charset="0"/>
                <a:cs typeface="Times New Roman" panose="02020603050405020304" pitchFamily="18" charset="0"/>
              </a:rPr>
              <a:t>9</a:t>
            </a:r>
            <a:r>
              <a:rPr dirty="0">
                <a:latin typeface="Times New Roman" panose="02020603050405020304" pitchFamily="18" charset="0"/>
                <a:cs typeface="Times New Roman" panose="02020603050405020304" pitchFamily="18" charset="0"/>
              </a:rPr>
              <a:t>. Class Diagram</a:t>
            </a:r>
          </a:p>
          <a:p>
            <a:r>
              <a:rPr lang="en-US" dirty="0">
                <a:latin typeface="Times New Roman" panose="02020603050405020304" pitchFamily="18" charset="0"/>
                <a:cs typeface="Times New Roman" panose="02020603050405020304" pitchFamily="18" charset="0"/>
              </a:rPr>
              <a:t>10</a:t>
            </a:r>
            <a:r>
              <a:rPr dirty="0">
                <a:latin typeface="Times New Roman" panose="02020603050405020304" pitchFamily="18" charset="0"/>
                <a:cs typeface="Times New Roman" panose="02020603050405020304" pitchFamily="18" charset="0"/>
              </a:rPr>
              <a:t>. Use Case Diagram</a:t>
            </a:r>
          </a:p>
          <a:p>
            <a:r>
              <a:rPr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1</a:t>
            </a:r>
            <a:r>
              <a:rPr dirty="0">
                <a:latin typeface="Times New Roman" panose="02020603050405020304" pitchFamily="18" charset="0"/>
                <a:cs typeface="Times New Roman" panose="02020603050405020304" pitchFamily="18" charset="0"/>
              </a:rPr>
              <a:t>. Output Screenshots</a:t>
            </a:r>
          </a:p>
          <a:p>
            <a:r>
              <a:rPr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2</a:t>
            </a:r>
            <a:r>
              <a:rPr dirty="0">
                <a:latin typeface="Times New Roman" panose="02020603050405020304" pitchFamily="18" charset="0"/>
                <a:cs typeface="Times New Roman" panose="02020603050405020304" pitchFamily="18" charset="0"/>
              </a:rPr>
              <a:t>. Conclusion</a:t>
            </a:r>
          </a:p>
          <a:p>
            <a:r>
              <a:rPr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3</a:t>
            </a:r>
            <a:r>
              <a:rPr dirty="0">
                <a:latin typeface="Times New Roman" panose="02020603050405020304" pitchFamily="18" charset="0"/>
                <a:cs typeface="Times New Roman" panose="02020603050405020304" pitchFamily="18" charset="0"/>
              </a:rPr>
              <a:t>. Thank You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233B3-7B72-6E93-47CA-F4F9665246A4}"/>
              </a:ext>
            </a:extLst>
          </p:cNvPr>
          <p:cNvSpPr>
            <a:spLocks noGrp="1"/>
          </p:cNvSpPr>
          <p:nvPr>
            <p:ph type="title"/>
          </p:nvPr>
        </p:nvSpPr>
        <p:spPr>
          <a:xfrm>
            <a:off x="56671" y="618519"/>
            <a:ext cx="4486743" cy="995970"/>
          </a:xfrm>
        </p:spPr>
        <p:txBody>
          <a:bodyPr/>
          <a:lstStyle/>
          <a:p>
            <a:r>
              <a:rPr lang="en-US" u="sng" dirty="0">
                <a:latin typeface="Times New Roman" panose="02020603050405020304" pitchFamily="18" charset="0"/>
                <a:cs typeface="Times New Roman" panose="02020603050405020304" pitchFamily="18" charset="0"/>
              </a:rPr>
              <a:t>INTRODUCTION</a:t>
            </a:r>
            <a:endParaRPr lang="en-IN"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1162CB1-E57A-4408-ED56-A4A8A6DB3592}"/>
              </a:ext>
            </a:extLst>
          </p:cNvPr>
          <p:cNvSpPr>
            <a:spLocks noGrp="1" noChangeArrowheads="1"/>
          </p:cNvSpPr>
          <p:nvPr>
            <p:ph idx="1"/>
          </p:nvPr>
        </p:nvSpPr>
        <p:spPr bwMode="auto">
          <a:xfrm>
            <a:off x="685332" y="1665564"/>
            <a:ext cx="7773338" cy="438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Story Generator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innovative web-based application designed to help users create imaginative and coherent stories based on custom prompts and genres.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leveraging advanced AI language models such as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GPT-2</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GPT-Neo</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afshaan/AIstoryGenerator-v2</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generates human-like stories with minimal input.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enhances user experience with features like: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Genre-based model selection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Text-to-Speech playback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JavaScript (Web Speech API)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Story continuation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capability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Cloud-based MongoDB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storing and managing story history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blends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natural language generation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offering a practical and semi-offline solution for interactive storytelling.</a:t>
            </a:r>
          </a:p>
        </p:txBody>
      </p:sp>
    </p:spTree>
    <p:extLst>
      <p:ext uri="{BB962C8B-B14F-4D97-AF65-F5344CB8AC3E}">
        <p14:creationId xmlns:p14="http://schemas.microsoft.com/office/powerpoint/2010/main" val="3476815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 Tools like AI Dungeon and  NovelAI are widely used for AI-based story generation</a:t>
            </a:r>
          </a:p>
          <a:p>
            <a:pPr>
              <a:lnSpc>
                <a:spcPct val="150000"/>
              </a:lnSpc>
            </a:pPr>
            <a:r>
              <a:rPr lang="en-US" dirty="0">
                <a:latin typeface="Times New Roman" panose="02020603050405020304" pitchFamily="18" charset="0"/>
                <a:cs typeface="Times New Roman" panose="02020603050405020304" pitchFamily="18" charset="0"/>
              </a:rPr>
              <a:t>- genre-specific customization in most platforms</a:t>
            </a:r>
          </a:p>
          <a:p>
            <a:pPr>
              <a:lnSpc>
                <a:spcPct val="150000"/>
              </a:lnSpc>
            </a:pPr>
            <a:r>
              <a:rPr lang="en-US" dirty="0">
                <a:latin typeface="Times New Roman" panose="02020603050405020304" pitchFamily="18" charset="0"/>
                <a:cs typeface="Times New Roman" panose="02020603050405020304" pitchFamily="18" charset="0"/>
              </a:rPr>
              <a:t>- Cannot save or revisit stories</a:t>
            </a:r>
          </a:p>
          <a:p>
            <a:pPr>
              <a:lnSpc>
                <a:spcPct val="150000"/>
              </a:lnSpc>
            </a:pPr>
            <a:r>
              <a:rPr lang="en-US" dirty="0">
                <a:latin typeface="Times New Roman" panose="02020603050405020304" pitchFamily="18" charset="0"/>
                <a:cs typeface="Times New Roman" panose="02020603050405020304" pitchFamily="18" charset="0"/>
              </a:rPr>
              <a:t>- No offline TTS support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Times New Roman" panose="02020603050405020304" pitchFamily="18" charset="0"/>
                <a:cs typeface="Times New Roman" panose="02020603050405020304" pitchFamily="18" charset="0"/>
              </a:rPr>
              <a:t>Drawbacks in Existing System</a:t>
            </a:r>
          </a:p>
        </p:txBody>
      </p:sp>
      <p:sp>
        <p:nvSpPr>
          <p:cNvPr id="3" name="Content Placeholder 2"/>
          <p:cNvSpPr>
            <a:spLocks noGrp="1"/>
          </p:cNvSpPr>
          <p:nvPr>
            <p:ph idx="1"/>
          </p:nvPr>
        </p:nvSpPr>
        <p:spPr/>
        <p:txBody>
          <a:bodyPr/>
          <a:lstStyle/>
          <a:p>
            <a:pPr>
              <a:lnSpc>
                <a:spcPct val="150000"/>
              </a:lnSpc>
            </a:pPr>
            <a:r>
              <a:rPr dirty="0">
                <a:latin typeface="Times New Roman" panose="02020603050405020304" pitchFamily="18" charset="0"/>
                <a:cs typeface="Times New Roman" panose="02020603050405020304" pitchFamily="18" charset="0"/>
              </a:rPr>
              <a:t>- Internet dependent</a:t>
            </a:r>
          </a:p>
          <a:p>
            <a:pPr>
              <a:lnSpc>
                <a:spcPct val="150000"/>
              </a:lnSpc>
            </a:pPr>
            <a:r>
              <a:rPr dirty="0">
                <a:latin typeface="Times New Roman" panose="02020603050405020304" pitchFamily="18" charset="0"/>
                <a:cs typeface="Times New Roman" panose="02020603050405020304" pitchFamily="18" charset="0"/>
              </a:rPr>
              <a:t>- No user personalization</a:t>
            </a:r>
          </a:p>
          <a:p>
            <a:pPr>
              <a:lnSpc>
                <a:spcPct val="150000"/>
              </a:lnSpc>
            </a:pPr>
            <a:r>
              <a:rPr dirty="0">
                <a:latin typeface="Times New Roman" panose="02020603050405020304" pitchFamily="18" charset="0"/>
                <a:cs typeface="Times New Roman" panose="02020603050405020304" pitchFamily="18" charset="0"/>
              </a:rPr>
              <a:t>- No voice playback</a:t>
            </a:r>
          </a:p>
          <a:p>
            <a:pPr>
              <a:lnSpc>
                <a:spcPct val="150000"/>
              </a:lnSpc>
            </a:pPr>
            <a:r>
              <a:rPr dirty="0">
                <a:latin typeface="Times New Roman" panose="02020603050405020304" pitchFamily="18" charset="0"/>
                <a:cs typeface="Times New Roman" panose="02020603050405020304" pitchFamily="18" charset="0"/>
              </a:rPr>
              <a:t>- No history or story continuation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p:txBody>
          <a:bodyPr/>
          <a:lstStyle/>
          <a:p>
            <a:r>
              <a:rPr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genre-specific story generation</a:t>
            </a:r>
          </a:p>
          <a:p>
            <a:r>
              <a:rPr dirty="0">
                <a:latin typeface="Times New Roman" panose="02020603050405020304" pitchFamily="18" charset="0"/>
                <a:cs typeface="Times New Roman" panose="02020603050405020304" pitchFamily="18" charset="0"/>
              </a:rPr>
              <a:t>- Integrated TTS via </a:t>
            </a:r>
            <a:r>
              <a:rPr lang="en-US" dirty="0">
                <a:latin typeface="Times New Roman" panose="02020603050405020304" pitchFamily="18" charset="0"/>
                <a:cs typeface="Times New Roman" panose="02020603050405020304" pitchFamily="18" charset="0"/>
              </a:rPr>
              <a:t>JavaScript web speech Api</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 MongoDB story history</a:t>
            </a:r>
          </a:p>
          <a:p>
            <a:r>
              <a:rPr dirty="0">
                <a:latin typeface="Times New Roman" panose="02020603050405020304" pitchFamily="18" charset="0"/>
                <a:cs typeface="Times New Roman" panose="02020603050405020304" pitchFamily="18" charset="0"/>
              </a:rPr>
              <a:t>- Flask-based UI</a:t>
            </a:r>
          </a:p>
          <a:p>
            <a:r>
              <a:rPr dirty="0">
                <a:latin typeface="Times New Roman" panose="02020603050405020304" pitchFamily="18" charset="0"/>
                <a:cs typeface="Times New Roman" panose="02020603050405020304" pitchFamily="18" charset="0"/>
              </a:rPr>
              <a:t>- Story continuation support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u="sng" dirty="0">
                <a:latin typeface="Times New Roman" panose="02020603050405020304" pitchFamily="18" charset="0"/>
                <a:cs typeface="Times New Roman" panose="02020603050405020304" pitchFamily="18" charset="0"/>
              </a:rPr>
              <a:t>Abstract</a:t>
            </a:r>
          </a:p>
        </p:txBody>
      </p:sp>
      <p:sp>
        <p:nvSpPr>
          <p:cNvPr id="4" name="Rectangle 1">
            <a:extLst>
              <a:ext uri="{FF2B5EF4-FFF2-40B4-BE49-F238E27FC236}">
                <a16:creationId xmlns:a16="http://schemas.microsoft.com/office/drawing/2014/main" id="{DF7944E5-EBD5-584B-04A1-F9B928474119}"/>
              </a:ext>
            </a:extLst>
          </p:cNvPr>
          <p:cNvSpPr>
            <a:spLocks noGrp="1" noChangeArrowheads="1"/>
          </p:cNvSpPr>
          <p:nvPr>
            <p:ph idx="1"/>
          </p:nvPr>
        </p:nvSpPr>
        <p:spPr bwMode="auto">
          <a:xfrm>
            <a:off x="685332" y="2423761"/>
            <a:ext cx="777333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ts val="600"/>
              </a:spcAft>
              <a:buClrTx/>
              <a:buFontTx/>
              <a:buChar char="•"/>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AI Story Generator</a:t>
            </a:r>
            <a:r>
              <a:rPr lang="en-US" sz="1800" dirty="0">
                <a:latin typeface="Times New Roman" panose="02020603050405020304" pitchFamily="18" charset="0"/>
                <a:cs typeface="Times New Roman" panose="02020603050405020304" pitchFamily="18" charset="0"/>
              </a:rPr>
              <a:t> is an intelligent tool that uses artificial intelligence to create storylines and plots based on user input. By selecting a specific category and world, users can generate unique narratives that align with their chosen genre. Once selected, the category and world remain fixed for that story, and any changes require starting a new project. The system saves progress automatically, helping users avoid data loss. This tool is especially helpful for content writers and novelists facing creative blocks, as it generates engaging stories using machine learning and natural language processing. With its ability to create personalized and compelling narratives, the AI Story Generator has the potential to transform storytelling across media, including video games, virtual reality, education, and marketing.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5BB47A-808D-5270-1832-B4636B6CA77E}"/>
              </a:ext>
            </a:extLst>
          </p:cNvPr>
          <p:cNvSpPr>
            <a:spLocks noGrp="1"/>
          </p:cNvSpPr>
          <p:nvPr>
            <p:ph type="title"/>
          </p:nvPr>
        </p:nvSpPr>
        <p:spPr/>
        <p:txBody>
          <a:bodyPr/>
          <a:lstStyle/>
          <a:p>
            <a:pPr algn="l"/>
            <a:r>
              <a:rPr lang="en-US" u="sng" dirty="0">
                <a:latin typeface="Times New Roman" panose="02020603050405020304" pitchFamily="18" charset="0"/>
                <a:cs typeface="Times New Roman" panose="02020603050405020304" pitchFamily="18" charset="0"/>
              </a:rPr>
              <a:t>SOFTWARE REQUIREMENTS</a:t>
            </a:r>
            <a:endParaRPr lang="en-IN" u="sng"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E8865157-58AD-BCAD-FA21-EFEB270F5B39}"/>
              </a:ext>
            </a:extLst>
          </p:cNvPr>
          <p:cNvSpPr>
            <a:spLocks noGrp="1" noChangeArrowheads="1"/>
          </p:cNvSpPr>
          <p:nvPr>
            <p:ph idx="1"/>
          </p:nvPr>
        </p:nvSpPr>
        <p:spPr bwMode="auto">
          <a:xfrm>
            <a:off x="685332" y="1842346"/>
            <a:ext cx="777333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3.10+</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to build the app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create and run the web application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Transformers (Hugging Face)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AI models like GPT-2, GPT-Neo, and afshaan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JavaScript (Web Speech API)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reading the story aloud in the browser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 (Cloud or Local)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save and manage story history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&amp; CSS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design the web pages and user interface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0234-B879-787E-D097-07F38F725E99}"/>
              </a:ext>
            </a:extLst>
          </p:cNvPr>
          <p:cNvSpPr>
            <a:spLocks noGrp="1"/>
          </p:cNvSpPr>
          <p:nvPr>
            <p:ph type="title"/>
          </p:nvPr>
        </p:nvSpPr>
        <p:spPr/>
        <p:txBody>
          <a:bodyPr/>
          <a:lstStyle/>
          <a:p>
            <a:pPr algn="l"/>
            <a:r>
              <a:rPr lang="en-US" u="sng" dirty="0">
                <a:latin typeface="Times New Roman" panose="02020603050405020304" pitchFamily="18" charset="0"/>
                <a:cs typeface="Times New Roman" panose="02020603050405020304" pitchFamily="18" charset="0"/>
              </a:rPr>
              <a:t>HARDWARE REQUIREMENTS</a:t>
            </a:r>
            <a:endParaRPr lang="en-IN"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9E195AA8-C52A-1C1B-F8CC-DBB7BD2F30D5}"/>
              </a:ext>
            </a:extLst>
          </p:cNvPr>
          <p:cNvSpPr>
            <a:spLocks noGrp="1" noChangeArrowheads="1"/>
          </p:cNvSpPr>
          <p:nvPr>
            <p:ph idx="1"/>
          </p:nvPr>
        </p:nvSpPr>
        <p:spPr bwMode="auto">
          <a:xfrm>
            <a:off x="685330" y="2057983"/>
            <a:ext cx="635757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CPU</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Dual-core or higher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4GB or more (for better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least 1GB (for storing models)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Speaker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hear stories using Text-to-Speech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Needed only if using MongoDB Atlas (cloud database)</a:t>
            </a:r>
          </a:p>
        </p:txBody>
      </p:sp>
    </p:spTree>
    <p:extLst>
      <p:ext uri="{BB962C8B-B14F-4D97-AF65-F5344CB8AC3E}">
        <p14:creationId xmlns:p14="http://schemas.microsoft.com/office/powerpoint/2010/main" val="3930672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latin typeface="Times New Roman" panose="02020603050405020304" pitchFamily="18" charset="0"/>
                <a:cs typeface="Times New Roman" panose="02020603050405020304" pitchFamily="18" charset="0"/>
              </a:rPr>
              <a:t>Brief Description</a:t>
            </a:r>
          </a:p>
        </p:txBody>
      </p:sp>
      <p:sp>
        <p:nvSpPr>
          <p:cNvPr id="3" name="Content Placeholder 2"/>
          <p:cNvSpPr>
            <a:spLocks noGrp="1"/>
          </p:cNvSpPr>
          <p:nvPr>
            <p:ph idx="1"/>
          </p:nvPr>
        </p:nvSpPr>
        <p:spPr>
          <a:xfrm>
            <a:off x="856060" y="1943100"/>
            <a:ext cx="7429499" cy="3848101"/>
          </a:xfrm>
        </p:spPr>
        <p:txBody>
          <a:bodyPr/>
          <a:lstStyle/>
          <a:p>
            <a:r>
              <a:rPr dirty="0">
                <a:latin typeface="Times New Roman" panose="02020603050405020304" pitchFamily="18" charset="0"/>
                <a:cs typeface="Times New Roman" panose="02020603050405020304" pitchFamily="18" charset="0"/>
              </a:rPr>
              <a:t>- User inputs a prompt and selects genre</a:t>
            </a:r>
          </a:p>
          <a:p>
            <a:r>
              <a:rPr dirty="0">
                <a:latin typeface="Times New Roman" panose="02020603050405020304" pitchFamily="18" charset="0"/>
                <a:cs typeface="Times New Roman" panose="02020603050405020304" pitchFamily="18" charset="0"/>
              </a:rPr>
              <a:t>- Local AI model generates a story</a:t>
            </a:r>
          </a:p>
          <a:p>
            <a:r>
              <a:rPr dirty="0">
                <a:latin typeface="Times New Roman" panose="02020603050405020304" pitchFamily="18" charset="0"/>
                <a:cs typeface="Times New Roman" panose="02020603050405020304" pitchFamily="18" charset="0"/>
              </a:rPr>
              <a:t>- Flask handles app logic</a:t>
            </a:r>
          </a:p>
          <a:p>
            <a:r>
              <a:rP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JavaScript tts Api</a:t>
            </a:r>
            <a:r>
              <a:rPr dirty="0">
                <a:latin typeface="Times New Roman" panose="02020603050405020304" pitchFamily="18" charset="0"/>
                <a:cs typeface="Times New Roman" panose="02020603050405020304" pitchFamily="18" charset="0"/>
              </a:rPr>
              <a:t> handles speech</a:t>
            </a:r>
          </a:p>
          <a:p>
            <a:r>
              <a:rPr dirty="0">
                <a:latin typeface="Times New Roman" panose="02020603050405020304" pitchFamily="18" charset="0"/>
                <a:cs typeface="Times New Roman" panose="02020603050405020304" pitchFamily="18" charset="0"/>
              </a:rPr>
              <a:t>- MongoDB stores story data</a:t>
            </a:r>
          </a:p>
          <a:p>
            <a:r>
              <a:rPr dirty="0">
                <a:latin typeface="Times New Roman" panose="02020603050405020304" pitchFamily="18" charset="0"/>
                <a:cs typeface="Times New Roman" panose="02020603050405020304" pitchFamily="18" charset="0"/>
              </a:rPr>
              <a:t>- History and continuation supported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6192E-914C-9B63-0E17-EBD63D710DF4}"/>
              </a:ext>
            </a:extLst>
          </p:cNvPr>
          <p:cNvSpPr>
            <a:spLocks noGrp="1"/>
          </p:cNvSpPr>
          <p:nvPr>
            <p:ph type="title"/>
          </p:nvPr>
        </p:nvSpPr>
        <p:spPr>
          <a:xfrm>
            <a:off x="374904" y="0"/>
            <a:ext cx="2796921" cy="1325562"/>
          </a:xfrm>
        </p:spPr>
        <p:txBody>
          <a:bodyPr/>
          <a:lstStyle/>
          <a:p>
            <a:r>
              <a:rPr lang="en-US" u="sng" dirty="0">
                <a:latin typeface="Times New Roman" panose="02020603050405020304" pitchFamily="18" charset="0"/>
                <a:cs typeface="Times New Roman" panose="02020603050405020304" pitchFamily="18" charset="0"/>
              </a:rPr>
              <a:t>Algorithm</a:t>
            </a:r>
            <a:endParaRPr lang="en-IN" u="sng"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6BBE90D4-1ACE-892F-1AAA-09148C4322A7}"/>
              </a:ext>
            </a:extLst>
          </p:cNvPr>
          <p:cNvSpPr>
            <a:spLocks noGrp="1" noChangeArrowheads="1"/>
          </p:cNvSpPr>
          <p:nvPr>
            <p:ph idx="1"/>
          </p:nvPr>
        </p:nvSpPr>
        <p:spPr bwMode="auto">
          <a:xfrm>
            <a:off x="374904" y="1326815"/>
            <a:ext cx="756894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User Input:</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User enters a prompt and selects a genre (e.g., horror, fantasy)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Model Selection: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Based on genre, a local AI model is chosen (e.g., GPT-2, GPT-Neo, or </a:t>
            </a:r>
            <a:r>
              <a:rPr kumimoji="0" lang="en-US" altLang="en-US" sz="1800" b="0" i="0" u="none" strike="noStrike" cap="none" normalizeH="0" baseline="0" dirty="0" err="1">
                <a:ln>
                  <a:noFill/>
                </a:ln>
                <a:solidFill>
                  <a:schemeClr val="tx1"/>
                </a:solidFill>
                <a:effectLst/>
                <a:latin typeface="Arial" panose="020B0604020202020204" pitchFamily="34" charset="0"/>
              </a:rPr>
              <a:t>afshaan</a:t>
            </a:r>
            <a:r>
              <a:rPr kumimoji="0" lang="en-US" altLang="en-US" sz="1800" b="0" i="0" u="none" strike="noStrike" cap="none" normalizeH="0" baseline="0" dirty="0">
                <a:ln>
                  <a:noFill/>
                </a:ln>
                <a:solidFill>
                  <a:schemeClr val="tx1"/>
                </a:solidFill>
                <a:effectLst/>
                <a:latin typeface="Arial" panose="020B0604020202020204" pitchFamily="34" charset="0"/>
              </a:rPr>
              <a:t>)</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Story Generation: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AI model generates a story using NLP and transformer-based algorithms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Parameters like max length and sampling control the output</a:t>
            </a:r>
          </a:p>
          <a:p>
            <a:pPr marL="0" indent="0" eaLnBrk="0" fontAlgn="base"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Output Display &amp; TTS: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Story is shown on the web page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JavaScript (Web Speech API) reads the story aloud in the browser</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Save to Database: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Story, genre, and timestamp are saved in MongoDB</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User can view or manage story history</a:t>
            </a:r>
          </a:p>
        </p:txBody>
      </p:sp>
    </p:spTree>
    <p:extLst>
      <p:ext uri="{BB962C8B-B14F-4D97-AF65-F5344CB8AC3E}">
        <p14:creationId xmlns:p14="http://schemas.microsoft.com/office/powerpoint/2010/main" val="3759904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913" y="151117"/>
            <a:ext cx="4080595" cy="1163491"/>
          </a:xfrm>
        </p:spPr>
        <p:txBody>
          <a:bodyPr>
            <a:normAutofit/>
          </a:bodyPr>
          <a:lstStyle/>
          <a:p>
            <a:r>
              <a:rPr u="sng" dirty="0">
                <a:latin typeface="Times New Roman" panose="02020603050405020304" pitchFamily="18" charset="0"/>
                <a:cs typeface="Times New Roman" panose="02020603050405020304" pitchFamily="18" charset="0"/>
              </a:rPr>
              <a:t>Activity Diagram</a:t>
            </a:r>
          </a:p>
        </p:txBody>
      </p:sp>
      <p:pic>
        <p:nvPicPr>
          <p:cNvPr id="4" name="Picture 3" descr="activity_diagram.png"/>
          <p:cNvPicPr>
            <a:picLocks noChangeAspect="1"/>
          </p:cNvPicPr>
          <p:nvPr/>
        </p:nvPicPr>
        <p:blipFill>
          <a:blip r:embed="rId2"/>
          <a:stretch>
            <a:fillRect/>
          </a:stretch>
        </p:blipFill>
        <p:spPr>
          <a:xfrm>
            <a:off x="4572000" y="1144732"/>
            <a:ext cx="3671453" cy="4946073"/>
          </a:xfrm>
          <a:prstGeom prst="rect">
            <a:avLst/>
          </a:prstGeom>
          <a:ln>
            <a:solidFill>
              <a:schemeClr val="tx1"/>
            </a:solidFill>
          </a:ln>
        </p:spPr>
      </p:pic>
      <p:sp>
        <p:nvSpPr>
          <p:cNvPr id="3" name="TextBox 2">
            <a:extLst>
              <a:ext uri="{FF2B5EF4-FFF2-40B4-BE49-F238E27FC236}">
                <a16:creationId xmlns:a16="http://schemas.microsoft.com/office/drawing/2014/main" id="{AB548556-766D-4AD3-D465-2E5ACDF2BE17}"/>
              </a:ext>
            </a:extLst>
          </p:cNvPr>
          <p:cNvSpPr txBox="1"/>
          <p:nvPr/>
        </p:nvSpPr>
        <p:spPr>
          <a:xfrm>
            <a:off x="442913" y="1500188"/>
            <a:ext cx="3971925"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Activity Diagram</a:t>
            </a:r>
            <a:r>
              <a:rPr lang="en-US" dirty="0">
                <a:latin typeface="Times New Roman" panose="02020603050405020304" pitchFamily="18" charset="0"/>
                <a:cs typeface="Times New Roman" panose="02020603050405020304" pitchFamily="18" charset="0"/>
              </a:rPr>
              <a:t> shows the flow of actions in the AI Story Generator. It starts with the user entering a prompt and selecting a genre. Then, the system generates the story using the appropriate AI model. After generation, the story is saved to the database, and the user can either listen to it using TTS or view it in the history section. This diagram helps visualize the overall </a:t>
            </a:r>
            <a:r>
              <a:rPr lang="en-US" b="1" dirty="0">
                <a:latin typeface="Times New Roman" panose="02020603050405020304" pitchFamily="18" charset="0"/>
                <a:cs typeface="Times New Roman" panose="02020603050405020304" pitchFamily="18" charset="0"/>
              </a:rPr>
              <a:t>workflow and decision flow</a:t>
            </a:r>
            <a:r>
              <a:rPr lang="en-US" dirty="0">
                <a:latin typeface="Times New Roman" panose="02020603050405020304" pitchFamily="18" charset="0"/>
                <a:cs typeface="Times New Roman" panose="02020603050405020304" pitchFamily="18" charset="0"/>
              </a:rPr>
              <a:t> in the system.</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179" y="290196"/>
            <a:ext cx="3411284" cy="934084"/>
          </a:xfrm>
        </p:spPr>
        <p:txBody>
          <a:bodyPr/>
          <a:lstStyle/>
          <a:p>
            <a:pPr algn="l"/>
            <a:r>
              <a:rPr u="sng" dirty="0">
                <a:latin typeface="Times New Roman" panose="02020603050405020304" pitchFamily="18" charset="0"/>
                <a:cs typeface="Times New Roman" panose="02020603050405020304" pitchFamily="18" charset="0"/>
              </a:rPr>
              <a:t>Class Diagram</a:t>
            </a:r>
          </a:p>
        </p:txBody>
      </p:sp>
      <p:pic>
        <p:nvPicPr>
          <p:cNvPr id="4" name="Picture 3" descr="class_diagram.png"/>
          <p:cNvPicPr>
            <a:picLocks noChangeAspect="1"/>
          </p:cNvPicPr>
          <p:nvPr/>
        </p:nvPicPr>
        <p:blipFill>
          <a:blip r:embed="rId2"/>
          <a:stretch>
            <a:fillRect/>
          </a:stretch>
        </p:blipFill>
        <p:spPr>
          <a:xfrm>
            <a:off x="0" y="1448434"/>
            <a:ext cx="8371126" cy="2526670"/>
          </a:xfrm>
          <a:prstGeom prst="rect">
            <a:avLst/>
          </a:prstGeom>
          <a:ln>
            <a:solidFill>
              <a:schemeClr val="tx1"/>
            </a:solidFill>
          </a:ln>
        </p:spPr>
      </p:pic>
      <p:sp>
        <p:nvSpPr>
          <p:cNvPr id="3" name="TextBox 2">
            <a:extLst>
              <a:ext uri="{FF2B5EF4-FFF2-40B4-BE49-F238E27FC236}">
                <a16:creationId xmlns:a16="http://schemas.microsoft.com/office/drawing/2014/main" id="{9E42C2D8-D857-8481-8EE6-CA967D28C890}"/>
              </a:ext>
            </a:extLst>
          </p:cNvPr>
          <p:cNvSpPr txBox="1"/>
          <p:nvPr/>
        </p:nvSpPr>
        <p:spPr>
          <a:xfrm>
            <a:off x="103441" y="4073527"/>
            <a:ext cx="7954709"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Class Diagram</a:t>
            </a:r>
            <a:r>
              <a:rPr lang="en-US" dirty="0">
                <a:latin typeface="Times New Roman" panose="02020603050405020304" pitchFamily="18" charset="0"/>
                <a:cs typeface="Times New Roman" panose="02020603050405020304" pitchFamily="18" charset="0"/>
              </a:rPr>
              <a:t> represents the main components (or classes) in the project and their relationships. Key classes include:</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3207A15-E0FB-3381-E90A-83D0CC46F499}"/>
              </a:ext>
            </a:extLst>
          </p:cNvPr>
          <p:cNvSpPr txBox="1"/>
          <p:nvPr/>
        </p:nvSpPr>
        <p:spPr>
          <a:xfrm>
            <a:off x="289179" y="4818281"/>
            <a:ext cx="7954709" cy="369332"/>
          </a:xfrm>
          <a:prstGeom prst="rect">
            <a:avLst/>
          </a:prstGeom>
          <a:noFill/>
        </p:spPr>
        <p:txBody>
          <a:bodyPr wrap="square" rtlCol="0">
            <a:spAutoFit/>
          </a:bodyPr>
          <a:lstStyle/>
          <a:p>
            <a:endParaRPr lang="en-IN" dirty="0"/>
          </a:p>
        </p:txBody>
      </p:sp>
      <p:sp>
        <p:nvSpPr>
          <p:cNvPr id="10" name="Rectangle 5">
            <a:extLst>
              <a:ext uri="{FF2B5EF4-FFF2-40B4-BE49-F238E27FC236}">
                <a16:creationId xmlns:a16="http://schemas.microsoft.com/office/drawing/2014/main" id="{95A6E057-5B0C-20BE-EDD7-CC7B8FDAE368}"/>
              </a:ext>
            </a:extLst>
          </p:cNvPr>
          <p:cNvSpPr>
            <a:spLocks noChangeArrowheads="1"/>
          </p:cNvSpPr>
          <p:nvPr/>
        </p:nvSpPr>
        <p:spPr bwMode="auto">
          <a:xfrm>
            <a:off x="223170" y="4818281"/>
            <a:ext cx="808672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(Flask application)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Story Generator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AI model selection and generation)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browser-based text-to-speech)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(saves and retrieves stories)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(interacts with the system)</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diagram helps understand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structure of the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showing what data and functions each part has.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144386"/>
            <a:ext cx="5473303" cy="1478570"/>
          </a:xfrm>
        </p:spPr>
        <p:txBody>
          <a:bodyPr/>
          <a:lstStyle/>
          <a:p>
            <a:r>
              <a:rPr u="sng" dirty="0">
                <a:latin typeface="Times New Roman" panose="02020603050405020304" pitchFamily="18" charset="0"/>
                <a:cs typeface="Times New Roman" panose="02020603050405020304" pitchFamily="18" charset="0"/>
              </a:rPr>
              <a:t>Use Case Diagram</a:t>
            </a:r>
          </a:p>
        </p:txBody>
      </p:sp>
      <p:pic>
        <p:nvPicPr>
          <p:cNvPr id="4" name="Picture 3" descr="use_case_diagram.png"/>
          <p:cNvPicPr>
            <a:picLocks noChangeAspect="1"/>
          </p:cNvPicPr>
          <p:nvPr/>
        </p:nvPicPr>
        <p:blipFill>
          <a:blip r:embed="rId2"/>
          <a:stretch>
            <a:fillRect/>
          </a:stretch>
        </p:blipFill>
        <p:spPr>
          <a:xfrm>
            <a:off x="4143375" y="1458190"/>
            <a:ext cx="4204422" cy="4700489"/>
          </a:xfrm>
          <a:prstGeom prst="rect">
            <a:avLst/>
          </a:prstGeom>
          <a:ln>
            <a:solidFill>
              <a:schemeClr val="tx1"/>
            </a:solidFill>
          </a:ln>
        </p:spPr>
      </p:pic>
      <p:sp>
        <p:nvSpPr>
          <p:cNvPr id="3" name="TextBox 2">
            <a:extLst>
              <a:ext uri="{FF2B5EF4-FFF2-40B4-BE49-F238E27FC236}">
                <a16:creationId xmlns:a16="http://schemas.microsoft.com/office/drawing/2014/main" id="{C93AB469-D4A0-1EDF-67C0-E3265945DC43}"/>
              </a:ext>
            </a:extLst>
          </p:cNvPr>
          <p:cNvSpPr txBox="1"/>
          <p:nvPr/>
        </p:nvSpPr>
        <p:spPr>
          <a:xfrm>
            <a:off x="371475" y="1458191"/>
            <a:ext cx="3214688"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Use Case Diagram</a:t>
            </a:r>
            <a:r>
              <a:rPr lang="en-US" dirty="0">
                <a:latin typeface="Times New Roman" panose="02020603050405020304" pitchFamily="18" charset="0"/>
                <a:cs typeface="Times New Roman" panose="02020603050405020304" pitchFamily="18" charset="0"/>
              </a:rPr>
              <a:t> shows the interaction between the </a:t>
            </a:r>
            <a:r>
              <a:rPr lang="en-US" b="1" dirty="0">
                <a:latin typeface="Times New Roman" panose="02020603050405020304" pitchFamily="18" charset="0"/>
                <a:cs typeface="Times New Roman" panose="02020603050405020304" pitchFamily="18" charset="0"/>
              </a:rPr>
              <a:t>user</a:t>
            </a:r>
            <a:r>
              <a:rPr lang="en-US" dirty="0">
                <a:latin typeface="Times New Roman" panose="02020603050405020304" pitchFamily="18" charset="0"/>
                <a:cs typeface="Times New Roman" panose="02020603050405020304" pitchFamily="18" charset="0"/>
              </a:rPr>
              <a:t> and the system. It includes actions like:</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2C1D28-204A-6617-91C0-E9AE31230F58}"/>
              </a:ext>
            </a:extLst>
          </p:cNvPr>
          <p:cNvSpPr txBox="1"/>
          <p:nvPr/>
        </p:nvSpPr>
        <p:spPr>
          <a:xfrm flipV="1">
            <a:off x="742950" y="5381800"/>
            <a:ext cx="1443931" cy="45719"/>
          </a:xfrm>
          <a:prstGeom prst="rect">
            <a:avLst/>
          </a:prstGeom>
          <a:noFill/>
        </p:spPr>
        <p:txBody>
          <a:bodyPr wrap="square" rtlCol="0">
            <a:spAutoFit/>
          </a:bodyPr>
          <a:lstStyle/>
          <a:p>
            <a:endParaRPr lang="en-IN" dirty="0"/>
          </a:p>
        </p:txBody>
      </p:sp>
      <p:sp>
        <p:nvSpPr>
          <p:cNvPr id="6" name="Rectangle 1">
            <a:extLst>
              <a:ext uri="{FF2B5EF4-FFF2-40B4-BE49-F238E27FC236}">
                <a16:creationId xmlns:a16="http://schemas.microsoft.com/office/drawing/2014/main" id="{53E3C4E8-8D31-075D-4C30-0BD079141DC9}"/>
              </a:ext>
            </a:extLst>
          </p:cNvPr>
          <p:cNvSpPr>
            <a:spLocks noChangeArrowheads="1"/>
          </p:cNvSpPr>
          <p:nvPr/>
        </p:nvSpPr>
        <p:spPr bwMode="auto">
          <a:xfrm>
            <a:off x="371475" y="2944101"/>
            <a:ext cx="37719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Entering a prompt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Selecting a genre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Generating a 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Listening to the 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Viewing story history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define what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can do</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the application and what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must support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D620-ACD3-07DD-BA4C-E09C1CA2F0F7}"/>
              </a:ext>
            </a:extLst>
          </p:cNvPr>
          <p:cNvSpPr>
            <a:spLocks noGrp="1"/>
          </p:cNvSpPr>
          <p:nvPr>
            <p:ph type="title"/>
          </p:nvPr>
        </p:nvSpPr>
        <p:spPr>
          <a:xfrm>
            <a:off x="346329" y="32590"/>
            <a:ext cx="3897059" cy="905509"/>
          </a:xfrm>
        </p:spPr>
        <p:txBody>
          <a:bodyPr/>
          <a:lstStyle/>
          <a:p>
            <a:r>
              <a:rPr lang="en-US" u="sng" dirty="0">
                <a:latin typeface="Times New Roman" panose="02020603050405020304" pitchFamily="18" charset="0"/>
                <a:cs typeface="Times New Roman" panose="02020603050405020304" pitchFamily="18" charset="0"/>
              </a:rPr>
              <a:t>Sequence diagram</a:t>
            </a:r>
            <a:endParaRPr lang="en-IN" u="sng"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B18C3E5-0D5A-17A1-9B31-BA46FC0E755F}"/>
              </a:ext>
            </a:extLst>
          </p:cNvPr>
          <p:cNvPicPr>
            <a:picLocks noGrp="1" noChangeAspect="1"/>
          </p:cNvPicPr>
          <p:nvPr>
            <p:ph idx="1"/>
          </p:nvPr>
        </p:nvPicPr>
        <p:blipFill>
          <a:blip r:embed="rId2"/>
          <a:stretch>
            <a:fillRect/>
          </a:stretch>
        </p:blipFill>
        <p:spPr>
          <a:xfrm>
            <a:off x="629441" y="1076100"/>
            <a:ext cx="7412039" cy="2570611"/>
          </a:xfrm>
          <a:ln>
            <a:solidFill>
              <a:schemeClr val="tx1"/>
            </a:solidFill>
          </a:ln>
        </p:spPr>
      </p:pic>
      <p:sp>
        <p:nvSpPr>
          <p:cNvPr id="6" name="TextBox 5">
            <a:extLst>
              <a:ext uri="{FF2B5EF4-FFF2-40B4-BE49-F238E27FC236}">
                <a16:creationId xmlns:a16="http://schemas.microsoft.com/office/drawing/2014/main" id="{EE7C2F71-8D85-B442-2B0D-BCC8B0F92B81}"/>
              </a:ext>
            </a:extLst>
          </p:cNvPr>
          <p:cNvSpPr txBox="1"/>
          <p:nvPr/>
        </p:nvSpPr>
        <p:spPr>
          <a:xfrm>
            <a:off x="688974" y="3788715"/>
            <a:ext cx="7654926"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Sequence Diagram</a:t>
            </a:r>
            <a:r>
              <a:rPr lang="en-US" dirty="0">
                <a:latin typeface="Times New Roman" panose="02020603050405020304" pitchFamily="18" charset="0"/>
                <a:cs typeface="Times New Roman" panose="02020603050405020304" pitchFamily="18" charset="0"/>
              </a:rPr>
              <a:t> outlines the order of operations between components during a single-story generation session. It shows the </a:t>
            </a:r>
            <a:r>
              <a:rPr lang="en-US" b="1" dirty="0">
                <a:latin typeface="Times New Roman" panose="02020603050405020304" pitchFamily="18" charset="0"/>
                <a:cs typeface="Times New Roman" panose="02020603050405020304" pitchFamily="18" charset="0"/>
              </a:rPr>
              <a:t>timeline of interactions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86797F0-389F-B33E-A875-77C44EC97D99}"/>
              </a:ext>
            </a:extLst>
          </p:cNvPr>
          <p:cNvSpPr txBox="1"/>
          <p:nvPr/>
        </p:nvSpPr>
        <p:spPr>
          <a:xfrm>
            <a:off x="688974" y="4492199"/>
            <a:ext cx="7412039" cy="230832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sends input to the web app</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Flask routes the request to the generator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generates the story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story is saved to the database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result is returned and optionally sent to TTS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diagram shows how components </a:t>
            </a:r>
            <a:r>
              <a:rPr lang="en-US" b="1" dirty="0">
                <a:latin typeface="Times New Roman" panose="02020603050405020304" pitchFamily="18" charset="0"/>
                <a:cs typeface="Times New Roman" panose="02020603050405020304" pitchFamily="18" charset="0"/>
              </a:rPr>
              <a:t>communicate in sequence</a:t>
            </a:r>
            <a:r>
              <a:rPr lang="en-US" dirty="0">
                <a:latin typeface="Times New Roman" panose="02020603050405020304" pitchFamily="18" charset="0"/>
                <a:cs typeface="Times New Roman" panose="02020603050405020304" pitchFamily="18" charset="0"/>
              </a:rPr>
              <a:t> to complete a task.</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8191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38" y="95900"/>
            <a:ext cx="7429499" cy="1478570"/>
          </a:xfrm>
        </p:spPr>
        <p:txBody>
          <a:bodyPr/>
          <a:lstStyle/>
          <a:p>
            <a:r>
              <a:rPr u="sng" dirty="0">
                <a:latin typeface="Times New Roman" panose="02020603050405020304" pitchFamily="18" charset="0"/>
                <a:cs typeface="Times New Roman" panose="02020603050405020304" pitchFamily="18" charset="0"/>
              </a:rPr>
              <a:t>Output Screenshots</a:t>
            </a:r>
          </a:p>
        </p:txBody>
      </p:sp>
      <p:sp>
        <p:nvSpPr>
          <p:cNvPr id="3" name="Content Placeholder 2"/>
          <p:cNvSpPr>
            <a:spLocks noGrp="1"/>
          </p:cNvSpPr>
          <p:nvPr>
            <p:ph idx="1"/>
          </p:nvPr>
        </p:nvSpPr>
        <p:spPr>
          <a:xfrm>
            <a:off x="856060" y="5535631"/>
            <a:ext cx="7429499" cy="822326"/>
          </a:xfrm>
        </p:spPr>
        <p:txBody>
          <a:bodyPr/>
          <a:lstStyle/>
          <a:p>
            <a:pPr marL="0" indent="0" algn="ctr">
              <a:buNone/>
            </a:pPr>
            <a:r>
              <a:rPr u="sng" dirty="0">
                <a:latin typeface="Times New Roman" panose="02020603050405020304" pitchFamily="18" charset="0"/>
                <a:cs typeface="Times New Roman" panose="02020603050405020304" pitchFamily="18" charset="0"/>
              </a:rPr>
              <a:t>index.html </a:t>
            </a:r>
            <a:r>
              <a:rPr lang="en-IN" u="sng" dirty="0">
                <a:latin typeface="Times New Roman" panose="02020603050405020304" pitchFamily="18" charset="0"/>
                <a:cs typeface="Times New Roman" panose="02020603050405020304" pitchFamily="18" charset="0"/>
              </a:rPr>
              <a:t> </a:t>
            </a:r>
            <a:r>
              <a:rPr u="sng" dirty="0">
                <a:latin typeface="Times New Roman" panose="02020603050405020304" pitchFamily="18" charset="0"/>
                <a:cs typeface="Times New Roman" panose="02020603050405020304" pitchFamily="18" charset="0"/>
              </a:rPr>
              <a:t> prompt input</a:t>
            </a:r>
          </a:p>
        </p:txBody>
      </p:sp>
      <p:pic>
        <p:nvPicPr>
          <p:cNvPr id="5" name="Picture 4">
            <a:extLst>
              <a:ext uri="{FF2B5EF4-FFF2-40B4-BE49-F238E27FC236}">
                <a16:creationId xmlns:a16="http://schemas.microsoft.com/office/drawing/2014/main" id="{6F2E8776-FFEF-C1C9-C672-3229F50677B5}"/>
              </a:ext>
            </a:extLst>
          </p:cNvPr>
          <p:cNvPicPr>
            <a:picLocks noChangeAspect="1"/>
          </p:cNvPicPr>
          <p:nvPr/>
        </p:nvPicPr>
        <p:blipFill>
          <a:blip r:embed="rId2"/>
          <a:srcRect t="4876" r="3281" b="5914"/>
          <a:stretch>
            <a:fillRect/>
          </a:stretch>
        </p:blipFill>
        <p:spPr>
          <a:xfrm>
            <a:off x="757236" y="1574470"/>
            <a:ext cx="7200901" cy="37342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FE2B-ECA0-8D20-69D2-64BA91DCA2F5}"/>
              </a:ext>
            </a:extLst>
          </p:cNvPr>
          <p:cNvSpPr>
            <a:spLocks noGrp="1"/>
          </p:cNvSpPr>
          <p:nvPr>
            <p:ph type="title"/>
          </p:nvPr>
        </p:nvSpPr>
        <p:spPr>
          <a:xfrm>
            <a:off x="828674" y="5304820"/>
            <a:ext cx="7429499" cy="738795"/>
          </a:xfrm>
        </p:spPr>
        <p:txBody>
          <a:bodyPr>
            <a:normAutofit/>
          </a:bodyPr>
          <a:lstStyle/>
          <a:p>
            <a:pPr algn="ctr"/>
            <a:r>
              <a:rPr lang="en-US" sz="2000" u="sng" dirty="0">
                <a:latin typeface="Times New Roman" panose="02020603050405020304" pitchFamily="18" charset="0"/>
                <a:cs typeface="Times New Roman" panose="02020603050405020304" pitchFamily="18" charset="0"/>
              </a:rPr>
              <a:t>generated.html   story output + TTS</a:t>
            </a:r>
            <a:endParaRPr lang="en-IN" sz="2000"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CD618DD-5998-CE22-255E-6ADECFF2B02C}"/>
              </a:ext>
            </a:extLst>
          </p:cNvPr>
          <p:cNvPicPr>
            <a:picLocks noChangeAspect="1"/>
          </p:cNvPicPr>
          <p:nvPr/>
        </p:nvPicPr>
        <p:blipFill>
          <a:blip r:embed="rId2"/>
          <a:srcRect t="4619" r="3438" b="5615"/>
          <a:stretch>
            <a:fillRect/>
          </a:stretch>
        </p:blipFill>
        <p:spPr>
          <a:xfrm>
            <a:off x="500060" y="1309751"/>
            <a:ext cx="7643815" cy="3995069"/>
          </a:xfrm>
          <a:prstGeom prst="rect">
            <a:avLst/>
          </a:prstGeom>
        </p:spPr>
      </p:pic>
      <p:sp>
        <p:nvSpPr>
          <p:cNvPr id="6" name="TextBox 5">
            <a:extLst>
              <a:ext uri="{FF2B5EF4-FFF2-40B4-BE49-F238E27FC236}">
                <a16:creationId xmlns:a16="http://schemas.microsoft.com/office/drawing/2014/main" id="{DB804234-C3D6-33D0-D7AF-3C6C7B79B2E0}"/>
              </a:ext>
            </a:extLst>
          </p:cNvPr>
          <p:cNvSpPr txBox="1"/>
          <p:nvPr/>
        </p:nvSpPr>
        <p:spPr>
          <a:xfrm>
            <a:off x="828674" y="385763"/>
            <a:ext cx="3900489" cy="646331"/>
          </a:xfrm>
          <a:prstGeom prst="rect">
            <a:avLst/>
          </a:prstGeom>
          <a:noFill/>
        </p:spPr>
        <p:txBody>
          <a:bodyPr wrap="square" rtlCol="0">
            <a:spAutoFit/>
          </a:bodyPr>
          <a:lstStyle/>
          <a:p>
            <a:r>
              <a:rPr lang="en-US" sz="3600" b="1" u="sng" dirty="0">
                <a:latin typeface="Times New Roman" panose="02020603050405020304" pitchFamily="18" charset="0"/>
                <a:cs typeface="Times New Roman" panose="02020603050405020304" pitchFamily="18" charset="0"/>
              </a:rPr>
              <a:t>Generated Story</a:t>
            </a:r>
            <a:endParaRPr lang="en-IN" sz="36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6427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4DE39-9164-6252-9448-42C3D14DFF64}"/>
              </a:ext>
            </a:extLst>
          </p:cNvPr>
          <p:cNvSpPr>
            <a:spLocks noGrp="1"/>
          </p:cNvSpPr>
          <p:nvPr>
            <p:ph type="title"/>
          </p:nvPr>
        </p:nvSpPr>
        <p:spPr>
          <a:xfrm>
            <a:off x="984648" y="5104797"/>
            <a:ext cx="7429499" cy="1478570"/>
          </a:xfrm>
        </p:spPr>
        <p:txBody>
          <a:bodyPr>
            <a:normAutofit/>
          </a:bodyPr>
          <a:lstStyle/>
          <a:p>
            <a:pPr algn="ctr"/>
            <a:r>
              <a:rPr lang="en-US" sz="2000" u="sng" dirty="0">
                <a:latin typeface="Times New Roman" panose="02020603050405020304" pitchFamily="18" charset="0"/>
                <a:cs typeface="Times New Roman" panose="02020603050405020304" pitchFamily="18" charset="0"/>
              </a:rPr>
              <a:t>history.html   story history list with TTS &amp; delete</a:t>
            </a:r>
            <a:br>
              <a:rPr lang="en-US" sz="2000" u="sng" dirty="0">
                <a:latin typeface="Times New Roman" panose="02020603050405020304" pitchFamily="18" charset="0"/>
                <a:cs typeface="Times New Roman" panose="02020603050405020304" pitchFamily="18" charset="0"/>
              </a:rPr>
            </a:br>
            <a:endParaRPr lang="en-IN" sz="2000"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0766FF9-70FE-66D0-FB28-848E2438F882}"/>
              </a:ext>
            </a:extLst>
          </p:cNvPr>
          <p:cNvPicPr>
            <a:picLocks noChangeAspect="1"/>
          </p:cNvPicPr>
          <p:nvPr/>
        </p:nvPicPr>
        <p:blipFill>
          <a:blip r:embed="rId2"/>
          <a:srcRect t="4422" r="3281" b="6645"/>
          <a:stretch>
            <a:fillRect/>
          </a:stretch>
        </p:blipFill>
        <p:spPr>
          <a:xfrm>
            <a:off x="435624" y="1753203"/>
            <a:ext cx="7723728" cy="3992881"/>
          </a:xfrm>
          <a:prstGeom prst="rect">
            <a:avLst/>
          </a:prstGeom>
        </p:spPr>
      </p:pic>
      <p:sp>
        <p:nvSpPr>
          <p:cNvPr id="6" name="TextBox 5">
            <a:extLst>
              <a:ext uri="{FF2B5EF4-FFF2-40B4-BE49-F238E27FC236}">
                <a16:creationId xmlns:a16="http://schemas.microsoft.com/office/drawing/2014/main" id="{486C9BA8-78F0-AB2E-6A35-D9FB8C0E0053}"/>
              </a:ext>
            </a:extLst>
          </p:cNvPr>
          <p:cNvSpPr txBox="1"/>
          <p:nvPr/>
        </p:nvSpPr>
        <p:spPr>
          <a:xfrm>
            <a:off x="716280" y="716280"/>
            <a:ext cx="4739640" cy="553998"/>
          </a:xfrm>
          <a:prstGeom prst="rect">
            <a:avLst/>
          </a:prstGeom>
          <a:noFill/>
        </p:spPr>
        <p:txBody>
          <a:bodyPr wrap="square" rtlCol="0">
            <a:spAutoFit/>
          </a:bodyPr>
          <a:lstStyle/>
          <a:p>
            <a:r>
              <a:rPr lang="en-US" sz="3000" b="1" u="sng" dirty="0">
                <a:latin typeface="Times New Roman" panose="02020603050405020304" pitchFamily="18" charset="0"/>
                <a:cs typeface="Times New Roman" panose="02020603050405020304" pitchFamily="18" charset="0"/>
              </a:rPr>
              <a:t>History Page</a:t>
            </a:r>
            <a:endParaRPr lang="en-IN" sz="3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4899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10000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3148" y="211536"/>
            <a:ext cx="3078631" cy="1478570"/>
          </a:xfrm>
        </p:spPr>
        <p:txBody>
          <a:bodyPr/>
          <a:lstStyle/>
          <a:p>
            <a:r>
              <a:rPr u="sng" dirty="0">
                <a:latin typeface="Times New Roman" panose="02020603050405020304" pitchFamily="18" charset="0"/>
                <a:cs typeface="Times New Roman" panose="02020603050405020304" pitchFamily="18" charset="0"/>
              </a:rPr>
              <a:t>Conclusion</a:t>
            </a:r>
          </a:p>
        </p:txBody>
      </p:sp>
      <p:sp>
        <p:nvSpPr>
          <p:cNvPr id="5" name="Rectangle 2">
            <a:extLst>
              <a:ext uri="{FF2B5EF4-FFF2-40B4-BE49-F238E27FC236}">
                <a16:creationId xmlns:a16="http://schemas.microsoft.com/office/drawing/2014/main" id="{04B5B7DE-A8BD-579F-558C-0266455BDF93}"/>
              </a:ext>
            </a:extLst>
          </p:cNvPr>
          <p:cNvSpPr>
            <a:spLocks noGrp="1" noChangeArrowheads="1"/>
          </p:cNvSpPr>
          <p:nvPr>
            <p:ph idx="1"/>
          </p:nvPr>
        </p:nvSpPr>
        <p:spPr bwMode="auto">
          <a:xfrm>
            <a:off x="237403" y="2125118"/>
            <a:ext cx="8190404"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 Story Generator enables users to create, listen to, and  manage stories using local AI models such as GPT-2, GPT-Neo, and afshaan/AIstoryGenerator-v2. It supports genre-specific generation, browser-based text-to-speech, and story history storage using MongoDB.</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While story generation and TTS work offline, the project currently requires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internet connectivity for MongoDB operations (if using a cloud database like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 Atlas).It offers a semi-offline, interactive, and user-friendly platform for creative storytelling.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806" y="2704501"/>
            <a:ext cx="7429499" cy="1727867"/>
          </a:xfrm>
        </p:spPr>
        <p:txBody>
          <a:bodyPr>
            <a:normAutofit/>
          </a:bodyPr>
          <a:lstStyle/>
          <a:p>
            <a:pPr algn="ctr"/>
            <a:r>
              <a:rPr sz="7200" u="sng"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206</TotalTime>
  <Words>1124</Words>
  <Application>Microsoft Office PowerPoint</Application>
  <PresentationFormat>On-screen Show (4:3)</PresentationFormat>
  <Paragraphs>128</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Century Schoolbook</vt:lpstr>
      <vt:lpstr>Times New Roman</vt:lpstr>
      <vt:lpstr>Wingdings 2</vt:lpstr>
      <vt:lpstr>View</vt:lpstr>
      <vt:lpstr>AI Story Generator Using GPT-2 And Deep learining Semi OFFLINE, Genre-Based, Text-to-Speech Enabled Story Creation </vt:lpstr>
      <vt:lpstr>Table of Contents</vt:lpstr>
      <vt:lpstr>INTRODUCTION</vt:lpstr>
      <vt:lpstr>Existing System</vt:lpstr>
      <vt:lpstr>Drawbacks in Existing System</vt:lpstr>
      <vt:lpstr>Proposed System</vt:lpstr>
      <vt:lpstr>Abstract</vt:lpstr>
      <vt:lpstr>SOFTWARE REQUIREMENTS</vt:lpstr>
      <vt:lpstr>HARDWARE REQUIREMENTS</vt:lpstr>
      <vt:lpstr>Brief Description</vt:lpstr>
      <vt:lpstr>Algorithm</vt:lpstr>
      <vt:lpstr>Activity Diagram</vt:lpstr>
      <vt:lpstr>Class Diagram</vt:lpstr>
      <vt:lpstr>Use Case Diagram</vt:lpstr>
      <vt:lpstr>Sequence diagram</vt:lpstr>
      <vt:lpstr>Output Screenshots</vt:lpstr>
      <vt:lpstr>generated.html   story output + TTS</vt:lpstr>
      <vt:lpstr>history.html   story history list with TTS &amp; delete </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prasanth kumar</dc:creator>
  <cp:keywords/>
  <dc:description>generated using python-pptx</dc:description>
  <cp:lastModifiedBy>Prasanth vanapalli</cp:lastModifiedBy>
  <cp:revision>9</cp:revision>
  <dcterms:created xsi:type="dcterms:W3CDTF">2013-01-27T09:14:16Z</dcterms:created>
  <dcterms:modified xsi:type="dcterms:W3CDTF">2025-08-11T14:47:02Z</dcterms:modified>
  <cp:category/>
</cp:coreProperties>
</file>